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69" r:id="rId5"/>
  </p:sldMasterIdLst>
  <p:notesMasterIdLst>
    <p:notesMasterId r:id="rId13"/>
  </p:notesMasterIdLst>
  <p:handoutMasterIdLst>
    <p:handoutMasterId r:id="rId14"/>
  </p:handoutMasterIdLst>
  <p:sldIdLst>
    <p:sldId id="257" r:id="rId6"/>
    <p:sldId id="260" r:id="rId7"/>
    <p:sldId id="259" r:id="rId8"/>
    <p:sldId id="261" r:id="rId9"/>
    <p:sldId id="262" r:id="rId10"/>
    <p:sldId id="258" r:id="rId11"/>
    <p:sldId id="263" r:id="rId12"/>
  </p:sldIdLst>
  <p:sldSz cx="9144000" cy="5143500" type="screen16x9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10AB9318-15E5-4ABD-9AB7-D534258D5C5C}">
          <p14:sldIdLst>
            <p14:sldId id="257"/>
            <p14:sldId id="260"/>
            <p14:sldId id="259"/>
            <p14:sldId id="261"/>
            <p14:sldId id="262"/>
            <p14:sldId id="258"/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倫太郎 尾根田" initials="倫太郎" lastIdx="1" clrIdx="0">
    <p:extLst>
      <p:ext uri="{19B8F6BF-5375-455C-9EA6-DF929625EA0E}">
        <p15:presenceInfo xmlns:p15="http://schemas.microsoft.com/office/powerpoint/2012/main" userId="倫太郎 尾根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0000"/>
    <a:srgbClr val="ADADAD"/>
    <a:srgbClr val="FBE8DD"/>
    <a:srgbClr val="0000FF"/>
    <a:srgbClr val="97E9E9"/>
    <a:srgbClr val="640000"/>
    <a:srgbClr val="D6CD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9DB4CD-7763-5340-A89E-8DEF1EB4E565}" v="2" dt="2023-11-07T00:07:44.892"/>
    <p1510:client id="{FAAFEDDA-4E1F-A94A-AF2C-6E7C33748867}" v="45" dt="2023-11-22T13:36:55.6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269D01E-BC32-4049-B463-5C60D7B0CCD2}" styleName="テーマ スタイル 2 - アクセント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テーマ スタイル 1 - アクセント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929F9F4-4A8F-4326-A1B4-22849713DDAB}" styleName="濃色スタイル 1 - アクセント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濃色スタイル 1 - アクセント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濃色スタイル 1 - アクセント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濃色スタイル 1 - アクセント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濃色スタイル 1 - アクセント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濃色スタイル 1 - アクセント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濃色スタイル 2 - アクセント 1/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5364" autoAdjust="0"/>
  </p:normalViewPr>
  <p:slideViewPr>
    <p:cSldViewPr>
      <p:cViewPr varScale="1">
        <p:scale>
          <a:sx n="171" d="100"/>
          <a:sy n="171" d="100"/>
        </p:scale>
        <p:origin x="1120" y="1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126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 akita" userId="c8daed88591aa5a8" providerId="LiveId" clId="{FAAFEDDA-4E1F-A94A-AF2C-6E7C33748867}"/>
    <pc:docChg chg="modSld">
      <pc:chgData name="Y akita" userId="c8daed88591aa5a8" providerId="LiveId" clId="{FAAFEDDA-4E1F-A94A-AF2C-6E7C33748867}" dt="2023-11-22T13:36:55.626" v="44" actId="20577"/>
      <pc:docMkLst>
        <pc:docMk/>
      </pc:docMkLst>
      <pc:sldChg chg="modSp mod">
        <pc:chgData name="Y akita" userId="c8daed88591aa5a8" providerId="LiveId" clId="{FAAFEDDA-4E1F-A94A-AF2C-6E7C33748867}" dt="2023-11-22T13:36:55.626" v="44" actId="20577"/>
        <pc:sldMkLst>
          <pc:docMk/>
          <pc:sldMk cId="3699842821" sldId="262"/>
        </pc:sldMkLst>
        <pc:spChg chg="mod">
          <ac:chgData name="Y akita" userId="c8daed88591aa5a8" providerId="LiveId" clId="{FAAFEDDA-4E1F-A94A-AF2C-6E7C33748867}" dt="2023-11-22T13:35:58.181" v="1" actId="20577"/>
          <ac:spMkLst>
            <pc:docMk/>
            <pc:sldMk cId="3699842821" sldId="262"/>
            <ac:spMk id="9" creationId="{4476A664-4CFB-1D7A-B7C2-B2734DF03BEA}"/>
          </ac:spMkLst>
        </pc:spChg>
        <pc:spChg chg="mod">
          <ac:chgData name="Y akita" userId="c8daed88591aa5a8" providerId="LiveId" clId="{FAAFEDDA-4E1F-A94A-AF2C-6E7C33748867}" dt="2023-11-22T13:36:01.692" v="3" actId="20577"/>
          <ac:spMkLst>
            <pc:docMk/>
            <pc:sldMk cId="3699842821" sldId="262"/>
            <ac:spMk id="10" creationId="{5E4D6C88-10A5-1FBB-924A-C5389E5125E6}"/>
          </ac:spMkLst>
        </pc:spChg>
        <pc:spChg chg="mod">
          <ac:chgData name="Y akita" userId="c8daed88591aa5a8" providerId="LiveId" clId="{FAAFEDDA-4E1F-A94A-AF2C-6E7C33748867}" dt="2023-11-22T13:36:04.686" v="5" actId="20577"/>
          <ac:spMkLst>
            <pc:docMk/>
            <pc:sldMk cId="3699842821" sldId="262"/>
            <ac:spMk id="11" creationId="{2C180DCD-0F1D-7EBF-E0A9-6EE065A0E949}"/>
          </ac:spMkLst>
        </pc:spChg>
        <pc:spChg chg="mod">
          <ac:chgData name="Y akita" userId="c8daed88591aa5a8" providerId="LiveId" clId="{FAAFEDDA-4E1F-A94A-AF2C-6E7C33748867}" dt="2023-11-22T13:36:07.394" v="7" actId="20577"/>
          <ac:spMkLst>
            <pc:docMk/>
            <pc:sldMk cId="3699842821" sldId="262"/>
            <ac:spMk id="19" creationId="{632CECE5-844E-B38A-6C90-A7AD18936915}"/>
          </ac:spMkLst>
        </pc:spChg>
        <pc:spChg chg="mod">
          <ac:chgData name="Y akita" userId="c8daed88591aa5a8" providerId="LiveId" clId="{FAAFEDDA-4E1F-A94A-AF2C-6E7C33748867}" dt="2023-11-22T13:36:14.736" v="11" actId="20577"/>
          <ac:spMkLst>
            <pc:docMk/>
            <pc:sldMk cId="3699842821" sldId="262"/>
            <ac:spMk id="23" creationId="{A9BD509D-2570-690D-A538-E1CBE8D1B4B6}"/>
          </ac:spMkLst>
        </pc:spChg>
        <pc:spChg chg="mod">
          <ac:chgData name="Y akita" userId="c8daed88591aa5a8" providerId="LiveId" clId="{FAAFEDDA-4E1F-A94A-AF2C-6E7C33748867}" dt="2023-11-22T13:36:10.636" v="9" actId="20577"/>
          <ac:spMkLst>
            <pc:docMk/>
            <pc:sldMk cId="3699842821" sldId="262"/>
            <ac:spMk id="27" creationId="{542B585E-6420-542C-2E68-9A3625E880D5}"/>
          </ac:spMkLst>
        </pc:spChg>
        <pc:spChg chg="mod">
          <ac:chgData name="Y akita" userId="c8daed88591aa5a8" providerId="LiveId" clId="{FAAFEDDA-4E1F-A94A-AF2C-6E7C33748867}" dt="2023-11-22T13:36:18.816" v="13" actId="20577"/>
          <ac:spMkLst>
            <pc:docMk/>
            <pc:sldMk cId="3699842821" sldId="262"/>
            <ac:spMk id="38" creationId="{C842F458-4A53-3A45-3A81-03B0958CA77E}"/>
          </ac:spMkLst>
        </pc:spChg>
        <pc:spChg chg="mod">
          <ac:chgData name="Y akita" userId="c8daed88591aa5a8" providerId="LiveId" clId="{FAAFEDDA-4E1F-A94A-AF2C-6E7C33748867}" dt="2023-11-22T13:36:22.041" v="15" actId="20577"/>
          <ac:spMkLst>
            <pc:docMk/>
            <pc:sldMk cId="3699842821" sldId="262"/>
            <ac:spMk id="39" creationId="{E5B29139-827D-64A6-8EBD-38D38CDC7CB2}"/>
          </ac:spMkLst>
        </pc:spChg>
        <pc:spChg chg="mod">
          <ac:chgData name="Y akita" userId="c8daed88591aa5a8" providerId="LiveId" clId="{FAAFEDDA-4E1F-A94A-AF2C-6E7C33748867}" dt="2023-11-22T13:36:26.045" v="17" actId="20577"/>
          <ac:spMkLst>
            <pc:docMk/>
            <pc:sldMk cId="3699842821" sldId="262"/>
            <ac:spMk id="43" creationId="{2D917EC7-F37C-EEE6-7E31-8F9DD715C86D}"/>
          </ac:spMkLst>
        </pc:spChg>
        <pc:spChg chg="mod">
          <ac:chgData name="Y akita" userId="c8daed88591aa5a8" providerId="LiveId" clId="{FAAFEDDA-4E1F-A94A-AF2C-6E7C33748867}" dt="2023-11-22T13:36:29.033" v="20" actId="20577"/>
          <ac:spMkLst>
            <pc:docMk/>
            <pc:sldMk cId="3699842821" sldId="262"/>
            <ac:spMk id="47" creationId="{C5D80AE2-EF26-30DE-9E4F-714F46D1BE5A}"/>
          </ac:spMkLst>
        </pc:spChg>
        <pc:spChg chg="mod">
          <ac:chgData name="Y akita" userId="c8daed88591aa5a8" providerId="LiveId" clId="{FAAFEDDA-4E1F-A94A-AF2C-6E7C33748867}" dt="2023-11-22T13:36:32.170" v="23" actId="20577"/>
          <ac:spMkLst>
            <pc:docMk/>
            <pc:sldMk cId="3699842821" sldId="262"/>
            <ac:spMk id="56" creationId="{43D4E0AA-586C-167C-55C9-64DE4A023B4C}"/>
          </ac:spMkLst>
        </pc:spChg>
        <pc:spChg chg="mod">
          <ac:chgData name="Y akita" userId="c8daed88591aa5a8" providerId="LiveId" clId="{FAAFEDDA-4E1F-A94A-AF2C-6E7C33748867}" dt="2023-11-22T13:36:35.301" v="26" actId="20577"/>
          <ac:spMkLst>
            <pc:docMk/>
            <pc:sldMk cId="3699842821" sldId="262"/>
            <ac:spMk id="59" creationId="{1F239DD4-B8C8-51D9-C68D-A661ABD7D023}"/>
          </ac:spMkLst>
        </pc:spChg>
        <pc:spChg chg="mod">
          <ac:chgData name="Y akita" userId="c8daed88591aa5a8" providerId="LiveId" clId="{FAAFEDDA-4E1F-A94A-AF2C-6E7C33748867}" dt="2023-11-22T13:36:38.753" v="29" actId="20577"/>
          <ac:spMkLst>
            <pc:docMk/>
            <pc:sldMk cId="3699842821" sldId="262"/>
            <ac:spMk id="63" creationId="{32F040EF-82C2-A907-44B8-61AF35ADFE63}"/>
          </ac:spMkLst>
        </pc:spChg>
        <pc:spChg chg="mod">
          <ac:chgData name="Y akita" userId="c8daed88591aa5a8" providerId="LiveId" clId="{FAAFEDDA-4E1F-A94A-AF2C-6E7C33748867}" dt="2023-11-22T13:36:41.514" v="32" actId="20577"/>
          <ac:spMkLst>
            <pc:docMk/>
            <pc:sldMk cId="3699842821" sldId="262"/>
            <ac:spMk id="64" creationId="{1DCB8BB5-4657-30F9-B250-0C17D5CB456F}"/>
          </ac:spMkLst>
        </pc:spChg>
        <pc:spChg chg="mod">
          <ac:chgData name="Y akita" userId="c8daed88591aa5a8" providerId="LiveId" clId="{FAAFEDDA-4E1F-A94A-AF2C-6E7C33748867}" dt="2023-11-22T13:36:44.788" v="35" actId="20577"/>
          <ac:spMkLst>
            <pc:docMk/>
            <pc:sldMk cId="3699842821" sldId="262"/>
            <ac:spMk id="66" creationId="{E4228281-D200-1AE1-4069-C7A29B49B878}"/>
          </ac:spMkLst>
        </pc:spChg>
        <pc:spChg chg="mod">
          <ac:chgData name="Y akita" userId="c8daed88591aa5a8" providerId="LiveId" clId="{FAAFEDDA-4E1F-A94A-AF2C-6E7C33748867}" dt="2023-11-22T13:36:47.781" v="38" actId="20577"/>
          <ac:spMkLst>
            <pc:docMk/>
            <pc:sldMk cId="3699842821" sldId="262"/>
            <ac:spMk id="67" creationId="{9D1A3738-0A28-055B-9466-DB36B3DE2D7F}"/>
          </ac:spMkLst>
        </pc:spChg>
        <pc:spChg chg="mod">
          <ac:chgData name="Y akita" userId="c8daed88591aa5a8" providerId="LiveId" clId="{FAAFEDDA-4E1F-A94A-AF2C-6E7C33748867}" dt="2023-11-22T13:36:52.204" v="41" actId="20577"/>
          <ac:spMkLst>
            <pc:docMk/>
            <pc:sldMk cId="3699842821" sldId="262"/>
            <ac:spMk id="68" creationId="{0604027E-5A53-1533-F3EC-D8A3BD85BB07}"/>
          </ac:spMkLst>
        </pc:spChg>
        <pc:spChg chg="mod">
          <ac:chgData name="Y akita" userId="c8daed88591aa5a8" providerId="LiveId" clId="{FAAFEDDA-4E1F-A94A-AF2C-6E7C33748867}" dt="2023-11-22T13:36:55.626" v="44" actId="20577"/>
          <ac:spMkLst>
            <pc:docMk/>
            <pc:sldMk cId="3699842821" sldId="262"/>
            <ac:spMk id="75" creationId="{E8D90266-F8A7-1EDF-571B-E950A735F17D}"/>
          </ac:spMkLst>
        </pc:spChg>
      </pc:sldChg>
    </pc:docChg>
  </pc:docChgLst>
  <pc:docChgLst>
    <pc:chgData name="Y akita" userId="c8daed88591aa5a8" providerId="LiveId" clId="{789DB4CD-7763-5340-A89E-8DEF1EB4E565}"/>
    <pc:docChg chg="undo custSel addSld delSld modSld sldOrd modSection">
      <pc:chgData name="Y akita" userId="c8daed88591aa5a8" providerId="LiveId" clId="{789DB4CD-7763-5340-A89E-8DEF1EB4E565}" dt="2023-11-07T00:59:30.705" v="296" actId="20577"/>
      <pc:docMkLst>
        <pc:docMk/>
      </pc:docMkLst>
      <pc:sldChg chg="addSp modSp mod ord">
        <pc:chgData name="Y akita" userId="c8daed88591aa5a8" providerId="LiveId" clId="{789DB4CD-7763-5340-A89E-8DEF1EB4E565}" dt="2023-11-07T00:59:02.651" v="264" actId="20577"/>
        <pc:sldMkLst>
          <pc:docMk/>
          <pc:sldMk cId="247625461" sldId="258"/>
        </pc:sldMkLst>
        <pc:spChg chg="add mod">
          <ac:chgData name="Y akita" userId="c8daed88591aa5a8" providerId="LiveId" clId="{789DB4CD-7763-5340-A89E-8DEF1EB4E565}" dt="2023-11-07T00:07:59.931" v="137" actId="14100"/>
          <ac:spMkLst>
            <pc:docMk/>
            <pc:sldMk cId="247625461" sldId="258"/>
            <ac:spMk id="2" creationId="{C569C53E-1524-97DA-1A5D-F164BFC475D5}"/>
          </ac:spMkLst>
        </pc:spChg>
        <pc:spChg chg="mod">
          <ac:chgData name="Y akita" userId="c8daed88591aa5a8" providerId="LiveId" clId="{789DB4CD-7763-5340-A89E-8DEF1EB4E565}" dt="2023-11-07T00:10:48.879" v="224" actId="20577"/>
          <ac:spMkLst>
            <pc:docMk/>
            <pc:sldMk cId="247625461" sldId="258"/>
            <ac:spMk id="5" creationId="{75469518-4F31-D4DA-9BDA-1FFB134EBEA5}"/>
          </ac:spMkLst>
        </pc:spChg>
        <pc:spChg chg="mod">
          <ac:chgData name="Y akita" userId="c8daed88591aa5a8" providerId="LiveId" clId="{789DB4CD-7763-5340-A89E-8DEF1EB4E565}" dt="2023-11-07T00:08:46.412" v="159" actId="207"/>
          <ac:spMkLst>
            <pc:docMk/>
            <pc:sldMk cId="247625461" sldId="258"/>
            <ac:spMk id="9" creationId="{4476A664-4CFB-1D7A-B7C2-B2734DF03BEA}"/>
          </ac:spMkLst>
        </pc:spChg>
        <pc:spChg chg="mod">
          <ac:chgData name="Y akita" userId="c8daed88591aa5a8" providerId="LiveId" clId="{789DB4CD-7763-5340-A89E-8DEF1EB4E565}" dt="2023-11-07T00:08:54.609" v="160" actId="207"/>
          <ac:spMkLst>
            <pc:docMk/>
            <pc:sldMk cId="247625461" sldId="258"/>
            <ac:spMk id="23" creationId="{A9BD509D-2570-690D-A538-E1CBE8D1B4B6}"/>
          </ac:spMkLst>
        </pc:spChg>
        <pc:spChg chg="mod">
          <ac:chgData name="Y akita" userId="c8daed88591aa5a8" providerId="LiveId" clId="{789DB4CD-7763-5340-A89E-8DEF1EB4E565}" dt="2023-11-07T00:09:32.362" v="162" actId="207"/>
          <ac:spMkLst>
            <pc:docMk/>
            <pc:sldMk cId="247625461" sldId="258"/>
            <ac:spMk id="38" creationId="{C842F458-4A53-3A45-3A81-03B0958CA77E}"/>
          </ac:spMkLst>
        </pc:spChg>
        <pc:spChg chg="mod">
          <ac:chgData name="Y akita" userId="c8daed88591aa5a8" providerId="LiveId" clId="{789DB4CD-7763-5340-A89E-8DEF1EB4E565}" dt="2023-11-07T00:09:45.008" v="163" actId="207"/>
          <ac:spMkLst>
            <pc:docMk/>
            <pc:sldMk cId="247625461" sldId="258"/>
            <ac:spMk id="43" creationId="{2D917EC7-F37C-EEE6-7E31-8F9DD715C86D}"/>
          </ac:spMkLst>
        </pc:spChg>
        <pc:spChg chg="mod">
          <ac:chgData name="Y akita" userId="c8daed88591aa5a8" providerId="LiveId" clId="{789DB4CD-7763-5340-A89E-8DEF1EB4E565}" dt="2023-11-07T00:09:51.115" v="164" actId="207"/>
          <ac:spMkLst>
            <pc:docMk/>
            <pc:sldMk cId="247625461" sldId="258"/>
            <ac:spMk id="56" creationId="{43D4E0AA-586C-167C-55C9-64DE4A023B4C}"/>
          </ac:spMkLst>
        </pc:spChg>
        <pc:spChg chg="mod">
          <ac:chgData name="Y akita" userId="c8daed88591aa5a8" providerId="LiveId" clId="{789DB4CD-7763-5340-A89E-8DEF1EB4E565}" dt="2023-11-07T00:09:54.974" v="165" actId="207"/>
          <ac:spMkLst>
            <pc:docMk/>
            <pc:sldMk cId="247625461" sldId="258"/>
            <ac:spMk id="64" creationId="{1DCB8BB5-4657-30F9-B250-0C17D5CB456F}"/>
          </ac:spMkLst>
        </pc:spChg>
        <pc:spChg chg="mod">
          <ac:chgData name="Y akita" userId="c8daed88591aa5a8" providerId="LiveId" clId="{789DB4CD-7763-5340-A89E-8DEF1EB4E565}" dt="2023-11-07T00:09:59.789" v="166" actId="207"/>
          <ac:spMkLst>
            <pc:docMk/>
            <pc:sldMk cId="247625461" sldId="258"/>
            <ac:spMk id="66" creationId="{E4228281-D200-1AE1-4069-C7A29B49B878}"/>
          </ac:spMkLst>
        </pc:spChg>
        <pc:spChg chg="mod">
          <ac:chgData name="Y akita" userId="c8daed88591aa5a8" providerId="LiveId" clId="{789DB4CD-7763-5340-A89E-8DEF1EB4E565}" dt="2023-11-07T00:09:20.663" v="161" actId="207"/>
          <ac:spMkLst>
            <pc:docMk/>
            <pc:sldMk cId="247625461" sldId="258"/>
            <ac:spMk id="67" creationId="{9D1A3738-0A28-055B-9466-DB36B3DE2D7F}"/>
          </ac:spMkLst>
        </pc:spChg>
        <pc:spChg chg="mod">
          <ac:chgData name="Y akita" userId="c8daed88591aa5a8" providerId="LiveId" clId="{789DB4CD-7763-5340-A89E-8DEF1EB4E565}" dt="2023-11-07T00:59:02.651" v="264" actId="20577"/>
          <ac:spMkLst>
            <pc:docMk/>
            <pc:sldMk cId="247625461" sldId="258"/>
            <ac:spMk id="75" creationId="{E8D90266-F8A7-1EDF-571B-E950A735F17D}"/>
          </ac:spMkLst>
        </pc:spChg>
      </pc:sldChg>
      <pc:sldChg chg="modSp add mod">
        <pc:chgData name="Y akita" userId="c8daed88591aa5a8" providerId="LiveId" clId="{789DB4CD-7763-5340-A89E-8DEF1EB4E565}" dt="2023-11-07T00:59:19.323" v="281" actId="20577"/>
        <pc:sldMkLst>
          <pc:docMk/>
          <pc:sldMk cId="3699842821" sldId="262"/>
        </pc:sldMkLst>
        <pc:spChg chg="mod">
          <ac:chgData name="Y akita" userId="c8daed88591aa5a8" providerId="LiveId" clId="{789DB4CD-7763-5340-A89E-8DEF1EB4E565}" dt="2023-11-07T00:10:20.778" v="169"/>
          <ac:spMkLst>
            <pc:docMk/>
            <pc:sldMk cId="3699842821" sldId="262"/>
            <ac:spMk id="5" creationId="{75469518-4F31-D4DA-9BDA-1FFB134EBEA5}"/>
          </ac:spMkLst>
        </pc:spChg>
        <pc:spChg chg="mod">
          <ac:chgData name="Y akita" userId="c8daed88591aa5a8" providerId="LiveId" clId="{789DB4CD-7763-5340-A89E-8DEF1EB4E565}" dt="2023-11-07T00:59:19.323" v="281" actId="20577"/>
          <ac:spMkLst>
            <pc:docMk/>
            <pc:sldMk cId="3699842821" sldId="262"/>
            <ac:spMk id="75" creationId="{E8D90266-F8A7-1EDF-571B-E950A735F17D}"/>
          </ac:spMkLst>
        </pc:spChg>
      </pc:sldChg>
      <pc:sldChg chg="modSp add mod ord">
        <pc:chgData name="Y akita" userId="c8daed88591aa5a8" providerId="LiveId" clId="{789DB4CD-7763-5340-A89E-8DEF1EB4E565}" dt="2023-11-07T00:59:30.705" v="296" actId="20577"/>
        <pc:sldMkLst>
          <pc:docMk/>
          <pc:sldMk cId="1824391721" sldId="263"/>
        </pc:sldMkLst>
        <pc:spChg chg="mod">
          <ac:chgData name="Y akita" userId="c8daed88591aa5a8" providerId="LiveId" clId="{789DB4CD-7763-5340-A89E-8DEF1EB4E565}" dt="2023-11-07T00:19:01.115" v="241" actId="20577"/>
          <ac:spMkLst>
            <pc:docMk/>
            <pc:sldMk cId="1824391721" sldId="263"/>
            <ac:spMk id="5" creationId="{75469518-4F31-D4DA-9BDA-1FFB134EBEA5}"/>
          </ac:spMkLst>
        </pc:spChg>
        <pc:spChg chg="mod">
          <ac:chgData name="Y akita" userId="c8daed88591aa5a8" providerId="LiveId" clId="{789DB4CD-7763-5340-A89E-8DEF1EB4E565}" dt="2023-11-07T00:13:09.196" v="229" actId="207"/>
          <ac:spMkLst>
            <pc:docMk/>
            <pc:sldMk cId="1824391721" sldId="263"/>
            <ac:spMk id="43" creationId="{2D917EC7-F37C-EEE6-7E31-8F9DD715C86D}"/>
          </ac:spMkLst>
        </pc:spChg>
        <pc:spChg chg="mod">
          <ac:chgData name="Y akita" userId="c8daed88591aa5a8" providerId="LiveId" clId="{789DB4CD-7763-5340-A89E-8DEF1EB4E565}" dt="2023-11-07T00:13:29.826" v="230" actId="207"/>
          <ac:spMkLst>
            <pc:docMk/>
            <pc:sldMk cId="1824391721" sldId="263"/>
            <ac:spMk id="47" creationId="{C5D80AE2-EF26-30DE-9E4F-714F46D1BE5A}"/>
          </ac:spMkLst>
        </pc:spChg>
        <pc:spChg chg="mod">
          <ac:chgData name="Y akita" userId="c8daed88591aa5a8" providerId="LiveId" clId="{789DB4CD-7763-5340-A89E-8DEF1EB4E565}" dt="2023-11-07T00:13:33.034" v="231" actId="207"/>
          <ac:spMkLst>
            <pc:docMk/>
            <pc:sldMk cId="1824391721" sldId="263"/>
            <ac:spMk id="56" creationId="{43D4E0AA-586C-167C-55C9-64DE4A023B4C}"/>
          </ac:spMkLst>
        </pc:spChg>
        <pc:spChg chg="mod">
          <ac:chgData name="Y akita" userId="c8daed88591aa5a8" providerId="LiveId" clId="{789DB4CD-7763-5340-A89E-8DEF1EB4E565}" dt="2023-11-07T00:13:39.717" v="232" actId="207"/>
          <ac:spMkLst>
            <pc:docMk/>
            <pc:sldMk cId="1824391721" sldId="263"/>
            <ac:spMk id="64" creationId="{1DCB8BB5-4657-30F9-B250-0C17D5CB456F}"/>
          </ac:spMkLst>
        </pc:spChg>
        <pc:spChg chg="mod">
          <ac:chgData name="Y akita" userId="c8daed88591aa5a8" providerId="LiveId" clId="{789DB4CD-7763-5340-A89E-8DEF1EB4E565}" dt="2023-11-07T00:13:44.024" v="233" actId="207"/>
          <ac:spMkLst>
            <pc:docMk/>
            <pc:sldMk cId="1824391721" sldId="263"/>
            <ac:spMk id="67" creationId="{9D1A3738-0A28-055B-9466-DB36B3DE2D7F}"/>
          </ac:spMkLst>
        </pc:spChg>
        <pc:spChg chg="mod">
          <ac:chgData name="Y akita" userId="c8daed88591aa5a8" providerId="LiveId" clId="{789DB4CD-7763-5340-A89E-8DEF1EB4E565}" dt="2023-11-07T00:59:30.705" v="296" actId="20577"/>
          <ac:spMkLst>
            <pc:docMk/>
            <pc:sldMk cId="1824391721" sldId="263"/>
            <ac:spMk id="75" creationId="{E8D90266-F8A7-1EDF-571B-E950A735F17D}"/>
          </ac:spMkLst>
        </pc:spChg>
      </pc:sldChg>
      <pc:sldChg chg="add del">
        <pc:chgData name="Y akita" userId="c8daed88591aa5a8" providerId="LiveId" clId="{789DB4CD-7763-5340-A89E-8DEF1EB4E565}" dt="2023-11-07T00:12:17.494" v="226" actId="2890"/>
        <pc:sldMkLst>
          <pc:docMk/>
          <pc:sldMk cId="4167854416" sldId="263"/>
        </pc:sldMkLst>
      </pc:sldChg>
      <pc:sldChg chg="add del ord">
        <pc:chgData name="Y akita" userId="c8daed88591aa5a8" providerId="LiveId" clId="{789DB4CD-7763-5340-A89E-8DEF1EB4E565}" dt="2023-11-07T00:15:42.034" v="238" actId="2696"/>
        <pc:sldMkLst>
          <pc:docMk/>
          <pc:sldMk cId="3269928411" sldId="264"/>
        </pc:sldMkLst>
      </pc:sldChg>
      <pc:sldChg chg="add del">
        <pc:chgData name="Y akita" userId="c8daed88591aa5a8" providerId="LiveId" clId="{789DB4CD-7763-5340-A89E-8DEF1EB4E565}" dt="2023-11-07T00:15:18.753" v="235" actId="2890"/>
        <pc:sldMkLst>
          <pc:docMk/>
          <pc:sldMk cId="3492624982" sldId="26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C52EB-7453-4F99-B9A6-DB865E2668EC}" type="datetimeFigureOut">
              <a:rPr kumimoji="1" lang="ja-JP" altLang="en-US" smtClean="0"/>
              <a:t>2023/11/21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BE10E4-CD28-4DB5-9C03-0BE874A6E39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93227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60DE3-80F7-49E9-8075-B5C447FA991B}" type="datetimeFigureOut">
              <a:rPr kumimoji="1" lang="ja-JP" altLang="en-US" smtClean="0"/>
              <a:t>2023/11/21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C956E-3D5B-4A49-A450-BD3800AA6B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0740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/>
          <p:nvPr/>
        </p:nvSpPr>
        <p:spPr bwMode="gray">
          <a:xfrm>
            <a:off x="452686" y="1419227"/>
            <a:ext cx="8691313" cy="654843"/>
          </a:xfrm>
          <a:custGeom>
            <a:avLst/>
            <a:gdLst/>
            <a:ahLst/>
            <a:cxnLst/>
            <a:rect l="l" t="t" r="r" b="b"/>
            <a:pathLst>
              <a:path w="8691313" h="654843">
                <a:moveTo>
                  <a:pt x="5202202" y="0"/>
                </a:moveTo>
                <a:lnTo>
                  <a:pt x="8691313" y="0"/>
                </a:lnTo>
                <a:lnTo>
                  <a:pt x="8691313" y="654843"/>
                </a:lnTo>
                <a:lnTo>
                  <a:pt x="5202202" y="654843"/>
                </a:lnTo>
                <a:cubicBezTo>
                  <a:pt x="5220780" y="548269"/>
                  <a:pt x="5228977" y="438802"/>
                  <a:pt x="5228977" y="327421"/>
                </a:cubicBezTo>
                <a:cubicBezTo>
                  <a:pt x="5228977" y="216040"/>
                  <a:pt x="5220780" y="106574"/>
                  <a:pt x="5202202" y="0"/>
                </a:cubicBezTo>
                <a:close/>
                <a:moveTo>
                  <a:pt x="0" y="0"/>
                </a:moveTo>
                <a:lnTo>
                  <a:pt x="812784" y="0"/>
                </a:lnTo>
                <a:cubicBezTo>
                  <a:pt x="794206" y="106574"/>
                  <a:pt x="786009" y="216040"/>
                  <a:pt x="786009" y="327421"/>
                </a:cubicBezTo>
                <a:cubicBezTo>
                  <a:pt x="786009" y="438802"/>
                  <a:pt x="794206" y="548269"/>
                  <a:pt x="812784" y="654843"/>
                </a:cubicBezTo>
                <a:lnTo>
                  <a:pt x="0" y="654843"/>
                </a:lnTo>
                <a:close/>
              </a:path>
            </a:pathLst>
          </a:custGeom>
          <a:gradFill flip="none" rotWithShape="0">
            <a:gsLst>
              <a:gs pos="100000">
                <a:srgbClr val="E60000"/>
              </a:gs>
              <a:gs pos="0">
                <a:srgbClr val="820000"/>
              </a:gs>
              <a:gs pos="62000">
                <a:srgbClr val="E60000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616" y="1367164"/>
            <a:ext cx="4036491" cy="142061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1471616" y="2885184"/>
            <a:ext cx="4036491" cy="1063588"/>
          </a:xfrm>
          <a:prstGeom prst="rect">
            <a:avLst/>
          </a:prstGeom>
        </p:spPr>
        <p:txBody>
          <a:bodyPr/>
          <a:lstStyle>
            <a:lvl5pPr marL="0" marR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5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3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452686" y="289056"/>
            <a:ext cx="5199434" cy="74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>
              <a:lnSpc>
                <a:spcPct val="100000"/>
              </a:lnSpc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  <a:cs typeface="Arial" panose="020B0604020202020204" pitchFamily="34" charset="0"/>
              </a:defRPr>
            </a:lvl1pPr>
            <a:lvl2pPr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lang="ja-JP" altLang="en-US" sz="2000" b="0" smtClean="0"/>
            </a:lvl3pPr>
            <a:lvl4pPr>
              <a:defRPr lang="ja-JP" altLang="en-US" sz="2000" b="0" smtClean="0"/>
            </a:lvl4pPr>
            <a:lvl5pPr>
              <a:defRPr lang="ja-JP" altLang="en-US" sz="2000" b="0"/>
            </a:lvl5pPr>
          </a:lstStyle>
          <a:p>
            <a:pPr lvl="0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マスター テキストの書式設定</a:t>
            </a:r>
          </a:p>
          <a:p>
            <a:pPr lvl="1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第 </a:t>
            </a:r>
            <a:r>
              <a:rPr lang="en-US" altLang="ja-JP" sz="2000">
                <a:solidFill>
                  <a:schemeClr val="tx1"/>
                </a:solidFill>
              </a:rPr>
              <a:t>2 </a:t>
            </a:r>
            <a:r>
              <a:rPr lang="ja-JP" altLang="en-US" sz="2000">
                <a:solidFill>
                  <a:schemeClr val="tx1"/>
                </a:solidFill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532201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4"/>
          <p:cNvSpPr/>
          <p:nvPr/>
        </p:nvSpPr>
        <p:spPr bwMode="gray">
          <a:xfrm>
            <a:off x="452686" y="1415219"/>
            <a:ext cx="8683625" cy="1232733"/>
          </a:xfrm>
          <a:custGeom>
            <a:avLst/>
            <a:gdLst/>
            <a:ahLst/>
            <a:cxnLst/>
            <a:rect l="l" t="t" r="r" b="b"/>
            <a:pathLst>
              <a:path w="8683625" h="1232733">
                <a:moveTo>
                  <a:pt x="5652996" y="0"/>
                </a:moveTo>
                <a:lnTo>
                  <a:pt x="8683625" y="0"/>
                </a:lnTo>
                <a:lnTo>
                  <a:pt x="8683625" y="1232733"/>
                </a:lnTo>
                <a:lnTo>
                  <a:pt x="5652996" y="1232733"/>
                </a:lnTo>
                <a:cubicBezTo>
                  <a:pt x="5705565" y="1035980"/>
                  <a:pt x="5731897" y="829248"/>
                  <a:pt x="5731897" y="616366"/>
                </a:cubicBezTo>
                <a:cubicBezTo>
                  <a:pt x="5731897" y="403484"/>
                  <a:pt x="5705565" y="196753"/>
                  <a:pt x="5652996" y="0"/>
                </a:cubicBezTo>
                <a:close/>
                <a:moveTo>
                  <a:pt x="0" y="0"/>
                </a:moveTo>
                <a:lnTo>
                  <a:pt x="758472" y="0"/>
                </a:lnTo>
                <a:cubicBezTo>
                  <a:pt x="705904" y="196753"/>
                  <a:pt x="679571" y="403484"/>
                  <a:pt x="679571" y="616366"/>
                </a:cubicBezTo>
                <a:cubicBezTo>
                  <a:pt x="679571" y="829248"/>
                  <a:pt x="705904" y="1035980"/>
                  <a:pt x="758472" y="1232733"/>
                </a:cubicBezTo>
                <a:lnTo>
                  <a:pt x="0" y="1232733"/>
                </a:lnTo>
                <a:close/>
              </a:path>
            </a:pathLst>
          </a:custGeom>
          <a:gradFill flip="none" rotWithShape="0">
            <a:gsLst>
              <a:gs pos="100000">
                <a:srgbClr val="E60000"/>
              </a:gs>
              <a:gs pos="0">
                <a:srgbClr val="820000"/>
              </a:gs>
              <a:gs pos="62000">
                <a:srgbClr val="E60000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615" y="1367164"/>
            <a:ext cx="4540547" cy="1420610"/>
          </a:xfrm>
        </p:spPr>
        <p:txBody>
          <a:bodyPr/>
          <a:lstStyle>
            <a:lvl1pPr>
              <a:defRPr sz="27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1471615" y="2885184"/>
            <a:ext cx="4540547" cy="1063588"/>
          </a:xfrm>
          <a:prstGeom prst="rect">
            <a:avLst/>
          </a:prstGeom>
        </p:spPr>
        <p:txBody>
          <a:bodyPr/>
          <a:lstStyle>
            <a:lvl5pPr marL="0" marR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5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3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452686" y="289056"/>
            <a:ext cx="5199434" cy="74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>
              <a:lnSpc>
                <a:spcPct val="100000"/>
              </a:lnSpc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  <a:cs typeface="Arial" panose="020B0604020202020204" pitchFamily="34" charset="0"/>
              </a:defRPr>
            </a:lvl1pPr>
            <a:lvl2pPr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lang="ja-JP" altLang="en-US" sz="2000" b="0" smtClean="0"/>
            </a:lvl3pPr>
            <a:lvl4pPr>
              <a:defRPr lang="ja-JP" altLang="en-US" sz="2000" b="0" smtClean="0"/>
            </a:lvl4pPr>
            <a:lvl5pPr>
              <a:defRPr lang="ja-JP" altLang="en-US" sz="2000" b="0"/>
            </a:lvl5pPr>
          </a:lstStyle>
          <a:p>
            <a:pPr lvl="0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マスター テキストの書式設定</a:t>
            </a:r>
          </a:p>
          <a:p>
            <a:pPr lvl="1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第 </a:t>
            </a:r>
            <a:r>
              <a:rPr lang="en-US" altLang="ja-JP" sz="2000">
                <a:solidFill>
                  <a:schemeClr val="tx1"/>
                </a:solidFill>
              </a:rPr>
              <a:t>2 </a:t>
            </a:r>
            <a:r>
              <a:rPr lang="ja-JP" altLang="en-US" sz="2000">
                <a:solidFill>
                  <a:schemeClr val="tx1"/>
                </a:solidFill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34941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616" y="1367166"/>
            <a:ext cx="4828579" cy="1708642"/>
          </a:xfrm>
        </p:spPr>
        <p:txBody>
          <a:bodyPr/>
          <a:lstStyle>
            <a:lvl1pPr>
              <a:defRPr sz="280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1471616" y="3187206"/>
            <a:ext cx="4828579" cy="1063588"/>
          </a:xfrm>
          <a:prstGeom prst="rect">
            <a:avLst/>
          </a:prstGeom>
        </p:spPr>
        <p:txBody>
          <a:bodyPr/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5pPr marL="0" marR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5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3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452686" y="289056"/>
            <a:ext cx="5199434" cy="74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>
              <a:lnSpc>
                <a:spcPct val="100000"/>
              </a:lnSpc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  <a:cs typeface="Arial" panose="020B0604020202020204" pitchFamily="34" charset="0"/>
              </a:defRPr>
            </a:lvl1pPr>
            <a:lvl2pPr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lang="ja-JP" altLang="en-US" sz="2000" b="0" smtClean="0"/>
            </a:lvl3pPr>
            <a:lvl4pPr>
              <a:defRPr lang="ja-JP" altLang="en-US" sz="2000" b="0" smtClean="0"/>
            </a:lvl4pPr>
            <a:lvl5pPr>
              <a:defRPr lang="ja-JP" altLang="en-US" sz="2000" b="0"/>
            </a:lvl5pPr>
          </a:lstStyle>
          <a:p>
            <a:pPr lvl="0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マスター テキストの書式設定</a:t>
            </a:r>
          </a:p>
          <a:p>
            <a:pPr lvl="1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第 </a:t>
            </a:r>
            <a:r>
              <a:rPr lang="en-US" altLang="ja-JP" sz="2000">
                <a:solidFill>
                  <a:schemeClr val="tx1"/>
                </a:solidFill>
              </a:rPr>
              <a:t>2 </a:t>
            </a:r>
            <a:r>
              <a:rPr lang="ja-JP" altLang="en-US" sz="2000">
                <a:solidFill>
                  <a:schemeClr val="tx1"/>
                </a:solidFill>
              </a:rPr>
              <a:t>レベル</a:t>
            </a:r>
          </a:p>
        </p:txBody>
      </p:sp>
      <p:sp>
        <p:nvSpPr>
          <p:cNvPr id="17" name="Rectangle 4"/>
          <p:cNvSpPr/>
          <p:nvPr/>
        </p:nvSpPr>
        <p:spPr bwMode="gray">
          <a:xfrm>
            <a:off x="452686" y="1415220"/>
            <a:ext cx="8683625" cy="2380669"/>
          </a:xfrm>
          <a:custGeom>
            <a:avLst/>
            <a:gdLst/>
            <a:ahLst/>
            <a:cxnLst/>
            <a:rect l="l" t="t" r="r" b="b"/>
            <a:pathLst>
              <a:path w="8683625" h="2380669">
                <a:moveTo>
                  <a:pt x="5961789" y="0"/>
                </a:moveTo>
                <a:lnTo>
                  <a:pt x="8683625" y="0"/>
                </a:lnTo>
                <a:lnTo>
                  <a:pt x="8683625" y="2380669"/>
                </a:lnTo>
                <a:lnTo>
                  <a:pt x="5961788" y="2380669"/>
                </a:lnTo>
                <a:cubicBezTo>
                  <a:pt x="6132730" y="2019721"/>
                  <a:pt x="6226596" y="1615990"/>
                  <a:pt x="6226596" y="1190334"/>
                </a:cubicBezTo>
                <a:cubicBezTo>
                  <a:pt x="6226596" y="764679"/>
                  <a:pt x="6132730" y="360948"/>
                  <a:pt x="5961789" y="0"/>
                </a:cubicBezTo>
                <a:close/>
                <a:moveTo>
                  <a:pt x="0" y="0"/>
                </a:moveTo>
                <a:lnTo>
                  <a:pt x="824955" y="0"/>
                </a:lnTo>
                <a:cubicBezTo>
                  <a:pt x="654015" y="360948"/>
                  <a:pt x="560148" y="764679"/>
                  <a:pt x="560148" y="1190334"/>
                </a:cubicBezTo>
                <a:cubicBezTo>
                  <a:pt x="560148" y="1615990"/>
                  <a:pt x="654015" y="2019721"/>
                  <a:pt x="824956" y="2380669"/>
                </a:cubicBezTo>
                <a:lnTo>
                  <a:pt x="0" y="2380669"/>
                </a:lnTo>
                <a:close/>
              </a:path>
            </a:pathLst>
          </a:custGeom>
          <a:gradFill flip="none" rotWithShape="0">
            <a:gsLst>
              <a:gs pos="100000">
                <a:srgbClr val="E60000"/>
              </a:gs>
              <a:gs pos="0">
                <a:srgbClr val="820000"/>
              </a:gs>
              <a:gs pos="62000">
                <a:srgbClr val="E60000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1525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mufg_ptchbk_cvr_image_01[1]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9580" y="289054"/>
            <a:ext cx="8694420" cy="406958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7" y="2211711"/>
            <a:ext cx="4046537" cy="861160"/>
          </a:xfrm>
        </p:spPr>
        <p:txBody>
          <a:bodyPr/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458788" y="3219033"/>
            <a:ext cx="4046537" cy="1139608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452686" y="289056"/>
            <a:ext cx="5199434" cy="74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>
              <a:lnSpc>
                <a:spcPct val="100000"/>
              </a:lnSpc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  <a:cs typeface="Arial" panose="020B0604020202020204" pitchFamily="34" charset="0"/>
              </a:defRPr>
            </a:lvl1pPr>
            <a:lvl2pPr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lang="ja-JP" altLang="en-US" sz="2000" b="0" smtClean="0"/>
            </a:lvl3pPr>
            <a:lvl4pPr>
              <a:defRPr lang="ja-JP" altLang="en-US" sz="2000" b="0" smtClean="0"/>
            </a:lvl4pPr>
            <a:lvl5pPr>
              <a:defRPr lang="ja-JP" altLang="en-US" sz="2000" b="0"/>
            </a:lvl5pPr>
          </a:lstStyle>
          <a:p>
            <a:pPr lvl="0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マスター テキストの書式設定</a:t>
            </a:r>
          </a:p>
          <a:p>
            <a:pPr lvl="1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第 </a:t>
            </a:r>
            <a:r>
              <a:rPr lang="en-US" altLang="ja-JP" sz="2000">
                <a:solidFill>
                  <a:schemeClr val="tx1"/>
                </a:solidFill>
              </a:rPr>
              <a:t>2 </a:t>
            </a:r>
            <a:r>
              <a:rPr lang="ja-JP" altLang="en-US" sz="2000">
                <a:solidFill>
                  <a:schemeClr val="tx1"/>
                </a:solidFill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299144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ufg_ptchbk_cvr_image_02[1]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95400" y="289056"/>
            <a:ext cx="7848599" cy="408292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1475657" y="1468312"/>
            <a:ext cx="3456385" cy="1535486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 bwMode="gray">
          <a:xfrm>
            <a:off x="1471027" y="3075806"/>
            <a:ext cx="3447998" cy="792087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452686" y="289056"/>
            <a:ext cx="5199434" cy="74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>
              <a:lnSpc>
                <a:spcPct val="100000"/>
              </a:lnSpc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  <a:cs typeface="Arial" panose="020B0604020202020204" pitchFamily="34" charset="0"/>
              </a:defRPr>
            </a:lvl1pPr>
            <a:lvl2pPr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lang="ja-JP" altLang="en-US" sz="2000" b="0" smtClean="0"/>
            </a:lvl3pPr>
            <a:lvl4pPr>
              <a:defRPr lang="ja-JP" altLang="en-US" sz="2000" b="0" smtClean="0"/>
            </a:lvl4pPr>
            <a:lvl5pPr>
              <a:defRPr lang="ja-JP" altLang="en-US" sz="2000" b="0"/>
            </a:lvl5pPr>
          </a:lstStyle>
          <a:p>
            <a:pPr lvl="0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マスター テキストの書式設定</a:t>
            </a:r>
          </a:p>
          <a:p>
            <a:pPr lvl="1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第 </a:t>
            </a:r>
            <a:r>
              <a:rPr lang="en-US" altLang="ja-JP" sz="2000">
                <a:solidFill>
                  <a:schemeClr val="tx1"/>
                </a:solidFill>
              </a:rPr>
              <a:t>2 </a:t>
            </a:r>
            <a:r>
              <a:rPr lang="ja-JP" altLang="en-US" sz="2000">
                <a:solidFill>
                  <a:schemeClr val="tx1"/>
                </a:solidFill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857231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5231438" y="289054"/>
            <a:ext cx="3444250" cy="3640587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anchor="b"/>
          <a:lstStyle>
            <a:lvl1pPr marL="0" marR="0" indent="0" algn="ctr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アイコンをクリックして写真を追加します</a:t>
            </a:r>
            <a:r>
              <a:rPr lang="en-US" altLang="ja-JP" dirty="0"/>
              <a:t> </a:t>
            </a:r>
            <a:br>
              <a:rPr lang="en-US" altLang="ja-JP" dirty="0"/>
            </a:br>
            <a:r>
              <a:rPr lang="ja-JP" altLang="en-US" dirty="0"/>
              <a:t>サークル内に写真の強調したい部分を配置します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8787" y="2357872"/>
            <a:ext cx="4046537" cy="1077974"/>
          </a:xfrm>
        </p:spPr>
        <p:txBody>
          <a:bodyPr/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1"/>
          </p:nvPr>
        </p:nvSpPr>
        <p:spPr>
          <a:xfrm>
            <a:off x="458788" y="3507854"/>
            <a:ext cx="4046537" cy="864120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452686" y="289056"/>
            <a:ext cx="5199434" cy="74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>
              <a:lnSpc>
                <a:spcPct val="100000"/>
              </a:lnSpc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  <a:cs typeface="Arial" panose="020B0604020202020204" pitchFamily="34" charset="0"/>
              </a:defRPr>
            </a:lvl1pPr>
            <a:lvl2pPr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lang="ja-JP" altLang="en-US" sz="2000" b="0" smtClean="0"/>
            </a:lvl3pPr>
            <a:lvl4pPr>
              <a:defRPr lang="ja-JP" altLang="en-US" sz="2000" b="0" smtClean="0"/>
            </a:lvl4pPr>
            <a:lvl5pPr>
              <a:defRPr lang="ja-JP" altLang="en-US" sz="2000" b="0"/>
            </a:lvl5pPr>
          </a:lstStyle>
          <a:p>
            <a:pPr lvl="0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マスター テキストの書式設定</a:t>
            </a:r>
          </a:p>
          <a:p>
            <a:pPr lvl="1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第 </a:t>
            </a:r>
            <a:r>
              <a:rPr lang="en-US" altLang="ja-JP" sz="2000">
                <a:solidFill>
                  <a:schemeClr val="tx1"/>
                </a:solidFill>
              </a:rPr>
              <a:t>2 </a:t>
            </a:r>
            <a:r>
              <a:rPr lang="ja-JP" altLang="en-US" sz="2000">
                <a:solidFill>
                  <a:schemeClr val="tx1"/>
                </a:solidFill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428597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 bwMode="gray">
          <a:xfrm>
            <a:off x="4652970" y="289055"/>
            <a:ext cx="4491037" cy="3640009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txBody>
          <a:bodyPr anchor="b"/>
          <a:lstStyle>
            <a:lvl1pPr marL="0" marR="0" indent="0" algn="ctr" defTabSz="4572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 dirty="0"/>
              <a:t>アイコンをクリックして写真を追加します</a:t>
            </a:r>
            <a:r>
              <a:rPr lang="en-US" altLang="ja-JP" dirty="0"/>
              <a:t> </a:t>
            </a:r>
            <a:br>
              <a:rPr lang="en-US" altLang="ja-JP" dirty="0"/>
            </a:br>
            <a:r>
              <a:rPr lang="ja-JP" altLang="en-US" dirty="0"/>
              <a:t>サークル内に写真の強調したい部分を配置します</a:t>
            </a:r>
            <a:endParaRPr lang="en-US" altLang="ja-JP" dirty="0"/>
          </a:p>
          <a:p>
            <a:endParaRPr lang="en-US" altLang="ja-JP" dirty="0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611559" y="1468314"/>
            <a:ext cx="3889004" cy="1391470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609027" y="3147814"/>
            <a:ext cx="3879568" cy="936104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defRPr>
                <a:solidFill>
                  <a:schemeClr val="bg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8" name="テキスト プレースホルダー 10"/>
          <p:cNvSpPr>
            <a:spLocks noGrp="1"/>
          </p:cNvSpPr>
          <p:nvPr>
            <p:ph type="body" sz="quarter" idx="13"/>
          </p:nvPr>
        </p:nvSpPr>
        <p:spPr>
          <a:xfrm>
            <a:off x="452686" y="289056"/>
            <a:ext cx="5199434" cy="74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>
              <a:lnSpc>
                <a:spcPct val="100000"/>
              </a:lnSpc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  <a:cs typeface="Arial" panose="020B0604020202020204" pitchFamily="34" charset="0"/>
              </a:defRPr>
            </a:lvl1pPr>
            <a:lvl2pPr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lang="ja-JP" altLang="en-US" sz="2000" b="0" smtClean="0"/>
            </a:lvl3pPr>
            <a:lvl4pPr>
              <a:defRPr lang="ja-JP" altLang="en-US" sz="2000" b="0" smtClean="0"/>
            </a:lvl4pPr>
            <a:lvl5pPr>
              <a:defRPr lang="ja-JP" altLang="en-US" sz="2000" b="0"/>
            </a:lvl5pPr>
          </a:lstStyle>
          <a:p>
            <a:pPr lvl="0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マスター テキストの書式設定</a:t>
            </a:r>
          </a:p>
          <a:p>
            <a:pPr lvl="1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第 </a:t>
            </a:r>
            <a:r>
              <a:rPr lang="en-US" altLang="ja-JP" sz="2000">
                <a:solidFill>
                  <a:schemeClr val="tx1"/>
                </a:solidFill>
              </a:rPr>
              <a:t>2 </a:t>
            </a:r>
            <a:r>
              <a:rPr lang="ja-JP" altLang="en-US" sz="2000">
                <a:solidFill>
                  <a:schemeClr val="tx1"/>
                </a:solidFill>
              </a:rPr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684406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fld id="{A4CDC623-F8B7-41B5-96BD-DE39E4888053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638889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5" y="1131589"/>
            <a:ext cx="4033019" cy="3456285"/>
          </a:xfrm>
        </p:spPr>
        <p:txBody>
          <a:bodyPr rIns="0" numCol="1"/>
          <a:lstStyle>
            <a:lvl1pPr>
              <a:spcBef>
                <a:spcPts val="2000"/>
              </a:spcBef>
              <a:tabLst>
                <a:tab pos="3775075" algn="r"/>
              </a:tabLst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569913" indent="-223838">
              <a:lnSpc>
                <a:spcPts val="2000"/>
              </a:lnSpc>
              <a:spcBef>
                <a:spcPts val="400"/>
              </a:spcBef>
              <a:buFont typeface="+mj-lt"/>
              <a:buAutoNum type="alphaLcParenR"/>
              <a:tabLst>
                <a:tab pos="3775075" algn="r"/>
              </a:tabLst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569913" indent="-223838">
              <a:spcBef>
                <a:spcPts val="400"/>
              </a:spcBef>
              <a:tabLst>
                <a:tab pos="3775075" algn="r"/>
              </a:tabLst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569913" indent="-223838">
              <a:spcBef>
                <a:spcPts val="400"/>
              </a:spcBef>
              <a:tabLst>
                <a:tab pos="3775075" algn="r"/>
              </a:tabLst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spcBef>
                <a:spcPts val="400"/>
              </a:spcBef>
              <a:tabLst>
                <a:tab pos="3775075" algn="r"/>
              </a:tabLst>
              <a:defRPr sz="120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8313" y="718594"/>
            <a:ext cx="8207376" cy="3271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637090" y="1131589"/>
            <a:ext cx="4038600" cy="3456285"/>
          </a:xfrm>
        </p:spPr>
        <p:txBody>
          <a:bodyPr rIns="0" numCol="1"/>
          <a:lstStyle>
            <a:lvl1pPr>
              <a:spcBef>
                <a:spcPts val="2000"/>
              </a:spcBef>
              <a:tabLst>
                <a:tab pos="3775075" algn="r"/>
              </a:tabLst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 marL="569913" indent="-223838">
              <a:lnSpc>
                <a:spcPts val="2000"/>
              </a:lnSpc>
              <a:spcBef>
                <a:spcPts val="400"/>
              </a:spcBef>
              <a:buFont typeface="+mj-lt"/>
              <a:buAutoNum type="alphaLcParenR"/>
              <a:tabLst>
                <a:tab pos="3775075" algn="r"/>
              </a:tabLst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 marL="569913" indent="-223838">
              <a:spcBef>
                <a:spcPts val="400"/>
              </a:spcBef>
              <a:tabLst>
                <a:tab pos="3775075" algn="r"/>
              </a:tabLst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 marL="569913" indent="-223838">
              <a:spcBef>
                <a:spcPts val="400"/>
              </a:spcBef>
              <a:tabLst>
                <a:tab pos="3775075" algn="r"/>
              </a:tabLst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spcBef>
                <a:spcPts val="400"/>
              </a:spcBef>
              <a:tabLst>
                <a:tab pos="3775075" algn="r"/>
              </a:tabLst>
              <a:defRPr sz="1200"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208144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27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  <a:lvl2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3pPr>
            <a:lvl4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4pPr>
            <a:lvl5pPr>
              <a:defRPr>
                <a:latin typeface="BIZ UDPGothic" panose="020B0400000000000000" pitchFamily="34" charset="-128"/>
                <a:ea typeface="BIZ UDPGothic" panose="020B0400000000000000" pitchFamily="34" charset="-128"/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8313" y="718594"/>
            <a:ext cx="8207376" cy="3271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208144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444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5" y="1131590"/>
            <a:ext cx="4033019" cy="3429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640264" y="1131590"/>
            <a:ext cx="4035424" cy="3429000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7544" y="718594"/>
            <a:ext cx="8208144" cy="3271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208144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5560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2-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5" y="1419627"/>
            <a:ext cx="4037780" cy="314089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643438" y="1419627"/>
            <a:ext cx="4032250" cy="314089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7546" y="718594"/>
            <a:ext cx="4037781" cy="6657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4643438" y="718594"/>
            <a:ext cx="4032250" cy="6657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208144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34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31590"/>
            <a:ext cx="1943869" cy="3429000"/>
          </a:xfrm>
        </p:spPr>
        <p:txBody>
          <a:bodyPr/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555877" y="1131590"/>
            <a:ext cx="6119813" cy="3429000"/>
          </a:xfrm>
        </p:spPr>
        <p:txBody>
          <a:bodyPr/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8314" y="718594"/>
            <a:ext cx="8207375" cy="3271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208144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1598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/4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13" y="762005"/>
            <a:ext cx="1943100" cy="3764279"/>
          </a:xfrm>
        </p:spPr>
        <p:txBody>
          <a:bodyPr>
            <a:normAutofit/>
          </a:bodyPr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555786" y="1419626"/>
            <a:ext cx="2981313" cy="3141979"/>
          </a:xfrm>
        </p:spPr>
        <p:txBody>
          <a:bodyPr>
            <a:normAutofit/>
          </a:bodyPr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idx="14"/>
          </p:nvPr>
        </p:nvSpPr>
        <p:spPr>
          <a:xfrm>
            <a:off x="5722627" y="1419626"/>
            <a:ext cx="2953071" cy="3141979"/>
          </a:xfrm>
        </p:spPr>
        <p:txBody>
          <a:bodyPr>
            <a:normAutofit/>
          </a:bodyPr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2555779" y="718594"/>
            <a:ext cx="2981312" cy="6657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6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722627" y="718594"/>
            <a:ext cx="2953071" cy="665708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208144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5348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131590"/>
            <a:ext cx="1943869" cy="3456384"/>
          </a:xfrm>
        </p:spPr>
        <p:txBody>
          <a:bodyPr/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555786" y="1128138"/>
            <a:ext cx="2981311" cy="1659636"/>
          </a:xfrm>
        </p:spPr>
        <p:txBody>
          <a:bodyPr/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4"/>
          </p:nvPr>
        </p:nvSpPr>
        <p:spPr>
          <a:xfrm>
            <a:off x="5732872" y="1128138"/>
            <a:ext cx="2953071" cy="1659636"/>
          </a:xfrm>
        </p:spPr>
        <p:txBody>
          <a:bodyPr/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5"/>
          </p:nvPr>
        </p:nvSpPr>
        <p:spPr>
          <a:xfrm>
            <a:off x="2555786" y="2928338"/>
            <a:ext cx="2981311" cy="1659636"/>
          </a:xfrm>
        </p:spPr>
        <p:txBody>
          <a:bodyPr/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6"/>
          </p:nvPr>
        </p:nvSpPr>
        <p:spPr>
          <a:xfrm>
            <a:off x="5732872" y="2928338"/>
            <a:ext cx="2953071" cy="1659636"/>
          </a:xfrm>
        </p:spPr>
        <p:txBody>
          <a:bodyPr/>
          <a:lstStyle>
            <a:lvl1pPr>
              <a:lnSpc>
                <a:spcPts val="1500"/>
              </a:lnSpc>
              <a:spcBef>
                <a:spcPts val="600"/>
              </a:spcBef>
              <a:defRPr sz="1400" baseline="0"/>
            </a:lvl1pPr>
            <a:lvl2pPr>
              <a:lnSpc>
                <a:spcPts val="1500"/>
              </a:lnSpc>
              <a:spcBef>
                <a:spcPts val="600"/>
              </a:spcBef>
              <a:defRPr sz="1200"/>
            </a:lvl2pPr>
            <a:lvl3pPr>
              <a:lnSpc>
                <a:spcPts val="1300"/>
              </a:lnSpc>
              <a:spcBef>
                <a:spcPts val="600"/>
              </a:spcBef>
              <a:defRPr sz="1200"/>
            </a:lvl3pPr>
            <a:lvl4pPr>
              <a:lnSpc>
                <a:spcPts val="1200"/>
              </a:lnSpc>
              <a:spcBef>
                <a:spcPts val="600"/>
              </a:spcBef>
              <a:defRPr sz="1200"/>
            </a:lvl4pPr>
            <a:lvl5pPr>
              <a:lnSpc>
                <a:spcPts val="1500"/>
              </a:lnSpc>
              <a:spcBef>
                <a:spcPts val="600"/>
              </a:spcBef>
              <a:defRPr sz="1200" baseline="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8313" y="718594"/>
            <a:ext cx="8207376" cy="3271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208144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800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Smal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5" y="1131590"/>
            <a:ext cx="4033019" cy="3429000"/>
          </a:xfrm>
        </p:spPr>
        <p:txBody>
          <a:bodyPr/>
          <a:lstStyle>
            <a:lvl1pPr>
              <a:lnSpc>
                <a:spcPts val="1500"/>
              </a:lnSpc>
              <a:spcBef>
                <a:spcPts val="1000"/>
              </a:spcBef>
              <a:defRPr sz="1400"/>
            </a:lvl1pPr>
            <a:lvl2pPr marL="284163" indent="-111125">
              <a:lnSpc>
                <a:spcPct val="114000"/>
              </a:lnSpc>
              <a:spcBef>
                <a:spcPts val="400"/>
              </a:spcBef>
              <a:defRPr sz="1200"/>
            </a:lvl2pPr>
            <a:lvl3pPr marL="396875" indent="-112713">
              <a:lnSpc>
                <a:spcPct val="114000"/>
              </a:lnSpc>
              <a:spcBef>
                <a:spcPts val="400"/>
              </a:spcBef>
              <a:defRPr sz="1200"/>
            </a:lvl3pPr>
            <a:lvl4pPr marL="517525" indent="-120650">
              <a:lnSpc>
                <a:spcPct val="114000"/>
              </a:lnSpc>
              <a:spcBef>
                <a:spcPts val="400"/>
              </a:spcBef>
              <a:defRPr sz="1200"/>
            </a:lvl4pPr>
            <a:lvl5pPr>
              <a:lnSpc>
                <a:spcPct val="114000"/>
              </a:lnSpc>
              <a:spcBef>
                <a:spcPts val="1000"/>
              </a:spcBef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4637090" y="1131590"/>
            <a:ext cx="4038599" cy="3429000"/>
          </a:xfrm>
        </p:spPr>
        <p:txBody>
          <a:bodyPr/>
          <a:lstStyle>
            <a:lvl1pPr>
              <a:lnSpc>
                <a:spcPts val="1500"/>
              </a:lnSpc>
              <a:spcBef>
                <a:spcPts val="1000"/>
              </a:spcBef>
              <a:defRPr sz="1400"/>
            </a:lvl1pPr>
            <a:lvl2pPr marL="284163" indent="-111125">
              <a:lnSpc>
                <a:spcPct val="114000"/>
              </a:lnSpc>
              <a:spcBef>
                <a:spcPts val="400"/>
              </a:spcBef>
              <a:defRPr sz="1200"/>
            </a:lvl2pPr>
            <a:lvl3pPr marL="396875" indent="-112713">
              <a:lnSpc>
                <a:spcPct val="114000"/>
              </a:lnSpc>
              <a:spcBef>
                <a:spcPts val="400"/>
              </a:spcBef>
              <a:defRPr sz="1200"/>
            </a:lvl3pPr>
            <a:lvl4pPr marL="517525" marR="0" indent="-120650" algn="l" defTabSz="457200" rtl="0" eaLnBrk="1" fontAlgn="auto" latinLnBrk="0" hangingPunct="1">
              <a:lnSpc>
                <a:spcPct val="114000"/>
              </a:lnSpc>
              <a:spcBef>
                <a:spcPts val="400"/>
              </a:spcBef>
              <a:spcAft>
                <a:spcPts val="0"/>
              </a:spcAft>
              <a:buClr>
                <a:schemeClr val="tx1"/>
              </a:buClr>
              <a:buSzTx/>
              <a:buFont typeface="Arial"/>
              <a:buChar char="•"/>
              <a:tabLst/>
              <a:defRPr sz="1200"/>
            </a:lvl4pPr>
            <a:lvl5pPr>
              <a:lnSpc>
                <a:spcPct val="114000"/>
              </a:lnSpc>
              <a:spcBef>
                <a:spcPts val="1000"/>
              </a:spcBef>
              <a:defRPr sz="12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ja-JP" alt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7544" y="718594"/>
            <a:ext cx="8190582" cy="3271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190582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747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7544" y="718594"/>
            <a:ext cx="8190582" cy="3271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190582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4931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本文ペー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468313" y="718594"/>
            <a:ext cx="8207376" cy="32715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 b="1" i="0" cap="none" baseline="0"/>
            </a:lvl1pPr>
            <a:lvl2pPr>
              <a:lnSpc>
                <a:spcPts val="1600"/>
              </a:lnSpc>
              <a:spcBef>
                <a:spcPts val="0"/>
              </a:spcBef>
              <a:defRPr sz="1100" b="1" i="0" cap="all"/>
            </a:lvl2pPr>
            <a:lvl3pPr>
              <a:lnSpc>
                <a:spcPts val="1600"/>
              </a:lnSpc>
              <a:spcBef>
                <a:spcPts val="0"/>
              </a:spcBef>
              <a:defRPr sz="1100" b="1" i="0" cap="all"/>
            </a:lvl3pPr>
            <a:lvl4pPr>
              <a:lnSpc>
                <a:spcPts val="1600"/>
              </a:lnSpc>
              <a:spcBef>
                <a:spcPts val="0"/>
              </a:spcBef>
              <a:defRPr sz="1100" b="1" i="0" cap="all"/>
            </a:lvl4pPr>
            <a:lvl5pPr>
              <a:lnSpc>
                <a:spcPts val="1600"/>
              </a:lnSpc>
              <a:spcBef>
                <a:spcPts val="0"/>
              </a:spcBef>
              <a:defRPr sz="1100" b="1" i="0" cap="all"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white">
          <a:xfrm>
            <a:off x="468313" y="88289"/>
            <a:ext cx="8207376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03400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7545" y="1533480"/>
            <a:ext cx="8208144" cy="1182286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68313" y="1364456"/>
            <a:ext cx="8207376" cy="0"/>
          </a:xfrm>
          <a:prstGeom prst="line">
            <a:avLst/>
          </a:prstGeom>
          <a:ln w="9525">
            <a:solidFill>
              <a:srgbClr val="E6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5"/>
          <p:cNvSpPr/>
          <p:nvPr userDrawn="1"/>
        </p:nvSpPr>
        <p:spPr bwMode="white">
          <a:xfrm>
            <a:off x="0" y="0"/>
            <a:ext cx="9144000" cy="6681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68314" y="2763769"/>
            <a:ext cx="4168775" cy="117613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3pPr>
            <a:lvl4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4pPr>
            <a:lvl5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626850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67544" y="1533480"/>
            <a:ext cx="4169543" cy="1182286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sz="3000" b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467545" y="2763769"/>
            <a:ext cx="4169543" cy="1176134"/>
          </a:xfrm>
        </p:spPr>
        <p:txBody>
          <a:bodyPr>
            <a:noAutofit/>
          </a:bodyPr>
          <a:lstStyle>
            <a:lvl1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1pPr>
            <a:lvl2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2pPr>
            <a:lvl3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3pPr>
            <a:lvl4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4pPr>
            <a:lvl5pPr marL="0" indent="0">
              <a:lnSpc>
                <a:spcPts val="1600"/>
              </a:lnSpc>
              <a:spcBef>
                <a:spcPts val="0"/>
              </a:spcBef>
              <a:buFontTx/>
              <a:buNone/>
              <a:defRPr sz="1600" b="1" i="0" cap="none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468314" y="1364456"/>
            <a:ext cx="4168775" cy="0"/>
          </a:xfrm>
          <a:prstGeom prst="line">
            <a:avLst/>
          </a:prstGeom>
          <a:ln w="9525">
            <a:solidFill>
              <a:srgbClr val="E6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5"/>
          <p:cNvSpPr/>
          <p:nvPr userDrawn="1"/>
        </p:nvSpPr>
        <p:spPr bwMode="white">
          <a:xfrm>
            <a:off x="0" y="0"/>
            <a:ext cx="9144000" cy="6681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5213303" y="333413"/>
            <a:ext cx="3479800" cy="3149203"/>
          </a:xfrm>
          <a:solidFill>
            <a:srgbClr val="ACACAC"/>
          </a:solidFill>
          <a:ln>
            <a:noFill/>
          </a:ln>
        </p:spPr>
        <p:txBody>
          <a:bodyPr lIns="91440" tIns="45720" rIns="91440" bIns="45720">
            <a:normAutofit/>
          </a:bodyPr>
          <a:lstStyle>
            <a:lvl1pPr>
              <a:lnSpc>
                <a:spcPts val="1600"/>
              </a:lnSpc>
              <a:defRPr sz="1100" b="1" i="0" cap="all"/>
            </a:lvl1pPr>
          </a:lstStyle>
          <a:p>
            <a:r>
              <a:rPr lang="ja-JP" altLang="en-US" dirty="0"/>
              <a:t>イメージを挿入してください</a:t>
            </a:r>
            <a:endParaRPr lang="en-US" altLang="ja-JP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12332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 Cov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58789" y="2283722"/>
            <a:ext cx="4030662" cy="1650049"/>
          </a:xfrm>
          <a:prstGeom prst="rect">
            <a:avLst/>
          </a:prstGeom>
        </p:spPr>
        <p:txBody>
          <a:bodyPr anchor="t"/>
          <a:lstStyle>
            <a:lvl1pPr>
              <a:lnSpc>
                <a:spcPts val="1100"/>
              </a:lnSpc>
              <a:defRPr sz="900" b="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 bwMode="gray">
          <a:xfrm>
            <a:off x="1" y="1419224"/>
            <a:ext cx="8675688" cy="654843"/>
          </a:xfrm>
          <a:prstGeom prst="rect">
            <a:avLst/>
          </a:prstGeom>
          <a:gradFill flip="none" rotWithShape="0">
            <a:gsLst>
              <a:gs pos="100000">
                <a:srgbClr val="820000"/>
              </a:gs>
              <a:gs pos="0">
                <a:schemeClr val="bg2"/>
              </a:gs>
              <a:gs pos="38000">
                <a:schemeClr val="bg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0" y="0"/>
            <a:ext cx="9144000" cy="6681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正方形/長方形 6"/>
          <p:cNvSpPr/>
          <p:nvPr userDrawn="1"/>
        </p:nvSpPr>
        <p:spPr bwMode="gray">
          <a:xfrm>
            <a:off x="302446" y="4718135"/>
            <a:ext cx="3045417" cy="317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3064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 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gray">
          <a:xfrm>
            <a:off x="0" y="1415219"/>
            <a:ext cx="8683625" cy="1232733"/>
          </a:xfrm>
          <a:prstGeom prst="rect">
            <a:avLst/>
          </a:prstGeom>
          <a:gradFill flip="none" rotWithShape="0">
            <a:gsLst>
              <a:gs pos="100000">
                <a:srgbClr val="820000"/>
              </a:gs>
              <a:gs pos="0">
                <a:schemeClr val="bg2"/>
              </a:gs>
              <a:gs pos="38000">
                <a:schemeClr val="bg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1635646"/>
            <a:ext cx="4030662" cy="936104"/>
          </a:xfrm>
          <a:prstGeom prst="rect">
            <a:avLst/>
          </a:prstGeom>
        </p:spPr>
        <p:txBody>
          <a:bodyPr anchor="t"/>
          <a:lstStyle>
            <a:lvl1pPr>
              <a:lnSpc>
                <a:spcPts val="1100"/>
              </a:lnSpc>
              <a:defRPr sz="900" b="0" baseline="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0" y="0"/>
            <a:ext cx="9144000" cy="6681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正方形/長方形 7"/>
          <p:cNvSpPr/>
          <p:nvPr userDrawn="1"/>
        </p:nvSpPr>
        <p:spPr bwMode="gray">
          <a:xfrm>
            <a:off x="302446" y="4718135"/>
            <a:ext cx="3045417" cy="317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97933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 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 bwMode="gray">
          <a:xfrm>
            <a:off x="0" y="1419227"/>
            <a:ext cx="8683625" cy="2376661"/>
          </a:xfrm>
          <a:prstGeom prst="rect">
            <a:avLst/>
          </a:prstGeom>
          <a:gradFill flip="none" rotWithShape="0">
            <a:gsLst>
              <a:gs pos="100000">
                <a:srgbClr val="820000"/>
              </a:gs>
              <a:gs pos="0">
                <a:schemeClr val="bg2"/>
              </a:gs>
              <a:gs pos="38000">
                <a:schemeClr val="bg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88" y="1635650"/>
            <a:ext cx="4030662" cy="1353739"/>
          </a:xfrm>
          <a:prstGeom prst="rect">
            <a:avLst/>
          </a:prstGeom>
        </p:spPr>
        <p:txBody>
          <a:bodyPr anchor="t"/>
          <a:lstStyle>
            <a:lvl1pPr>
              <a:lnSpc>
                <a:spcPts val="1100"/>
              </a:lnSpc>
              <a:defRPr sz="900" b="0" baseline="0">
                <a:solidFill>
                  <a:schemeClr val="bg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Rectangle 5"/>
          <p:cNvSpPr/>
          <p:nvPr userDrawn="1"/>
        </p:nvSpPr>
        <p:spPr bwMode="white">
          <a:xfrm>
            <a:off x="0" y="0"/>
            <a:ext cx="9144000" cy="66814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正方形/長方形 7"/>
          <p:cNvSpPr/>
          <p:nvPr userDrawn="1"/>
        </p:nvSpPr>
        <p:spPr bwMode="gray">
          <a:xfrm>
            <a:off x="302446" y="4718135"/>
            <a:ext cx="3045417" cy="3173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64761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1616" y="1367166"/>
            <a:ext cx="4828579" cy="1708642"/>
          </a:xfrm>
        </p:spPr>
        <p:txBody>
          <a:bodyPr/>
          <a:lstStyle>
            <a:lvl1pPr>
              <a:defRPr sz="2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1471616" y="3187206"/>
            <a:ext cx="4828579" cy="1063588"/>
          </a:xfrm>
          <a:prstGeom prst="rect">
            <a:avLst/>
          </a:prstGeom>
        </p:spPr>
        <p:txBody>
          <a:bodyPr/>
          <a:lstStyle>
            <a:lvl5pPr marL="0" marR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200"/>
            </a:lvl5pPr>
          </a:lstStyle>
          <a:p>
            <a:pPr marL="0" marR="0" lvl="0" indent="0" algn="l" defTabSz="4572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13" name="テキスト プレースホルダー 10"/>
          <p:cNvSpPr>
            <a:spLocks noGrp="1"/>
          </p:cNvSpPr>
          <p:nvPr>
            <p:ph type="body" sz="quarter" idx="12"/>
          </p:nvPr>
        </p:nvSpPr>
        <p:spPr>
          <a:xfrm>
            <a:off x="452686" y="289056"/>
            <a:ext cx="5199434" cy="745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>
            <a:lvl1pPr>
              <a:lnSpc>
                <a:spcPct val="100000"/>
              </a:lnSpc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  <a:cs typeface="Arial" panose="020B0604020202020204" pitchFamily="34" charset="0"/>
              </a:defRPr>
            </a:lvl1pPr>
            <a:lvl2pPr>
              <a:defRPr lang="ja-JP" altLang="en-US" sz="2000" b="0" smtClean="0">
                <a:latin typeface="BIZ UDPGothic" panose="020B0400000000000000" pitchFamily="34" charset="-128"/>
                <a:ea typeface="BIZ UDPGothic" panose="020B0400000000000000" pitchFamily="34" charset="-128"/>
              </a:defRPr>
            </a:lvl2pPr>
            <a:lvl3pPr>
              <a:defRPr lang="ja-JP" altLang="en-US" sz="2000" b="0" smtClean="0"/>
            </a:lvl3pPr>
            <a:lvl4pPr>
              <a:defRPr lang="ja-JP" altLang="en-US" sz="2000" b="0" smtClean="0"/>
            </a:lvl4pPr>
            <a:lvl5pPr>
              <a:defRPr lang="ja-JP" altLang="en-US" sz="2000" b="0"/>
            </a:lvl5pPr>
          </a:lstStyle>
          <a:p>
            <a:pPr lvl="0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マスター テキストの書式設定</a:t>
            </a:r>
          </a:p>
          <a:p>
            <a:pPr lvl="1">
              <a:lnSpc>
                <a:spcPct val="110000"/>
              </a:lnSpc>
            </a:pPr>
            <a:r>
              <a:rPr lang="ja-JP" altLang="en-US" sz="2000">
                <a:solidFill>
                  <a:schemeClr val="tx1"/>
                </a:solidFill>
              </a:rPr>
              <a:t>第 </a:t>
            </a:r>
            <a:r>
              <a:rPr lang="en-US" altLang="ja-JP" sz="2000">
                <a:solidFill>
                  <a:schemeClr val="tx1"/>
                </a:solidFill>
              </a:rPr>
              <a:t>2 </a:t>
            </a:r>
            <a:r>
              <a:rPr lang="ja-JP" altLang="en-US" sz="2000">
                <a:solidFill>
                  <a:schemeClr val="tx1"/>
                </a:solidFill>
              </a:rPr>
              <a:t>レベル</a:t>
            </a:r>
          </a:p>
        </p:txBody>
      </p:sp>
      <p:sp>
        <p:nvSpPr>
          <p:cNvPr id="17" name="Rectangle 4"/>
          <p:cNvSpPr/>
          <p:nvPr/>
        </p:nvSpPr>
        <p:spPr bwMode="gray">
          <a:xfrm>
            <a:off x="452686" y="1415220"/>
            <a:ext cx="8683625" cy="2380669"/>
          </a:xfrm>
          <a:custGeom>
            <a:avLst/>
            <a:gdLst/>
            <a:ahLst/>
            <a:cxnLst/>
            <a:rect l="l" t="t" r="r" b="b"/>
            <a:pathLst>
              <a:path w="8683625" h="2380669">
                <a:moveTo>
                  <a:pt x="5961789" y="0"/>
                </a:moveTo>
                <a:lnTo>
                  <a:pt x="8683625" y="0"/>
                </a:lnTo>
                <a:lnTo>
                  <a:pt x="8683625" y="2380669"/>
                </a:lnTo>
                <a:lnTo>
                  <a:pt x="5961788" y="2380669"/>
                </a:lnTo>
                <a:cubicBezTo>
                  <a:pt x="6132730" y="2019721"/>
                  <a:pt x="6226596" y="1615990"/>
                  <a:pt x="6226596" y="1190334"/>
                </a:cubicBezTo>
                <a:cubicBezTo>
                  <a:pt x="6226596" y="764679"/>
                  <a:pt x="6132730" y="360948"/>
                  <a:pt x="5961789" y="0"/>
                </a:cubicBezTo>
                <a:close/>
                <a:moveTo>
                  <a:pt x="0" y="0"/>
                </a:moveTo>
                <a:lnTo>
                  <a:pt x="824955" y="0"/>
                </a:lnTo>
                <a:cubicBezTo>
                  <a:pt x="654015" y="360948"/>
                  <a:pt x="560148" y="764679"/>
                  <a:pt x="560148" y="1190334"/>
                </a:cubicBezTo>
                <a:cubicBezTo>
                  <a:pt x="560148" y="1615990"/>
                  <a:pt x="654015" y="2019721"/>
                  <a:pt x="824956" y="2380669"/>
                </a:cubicBezTo>
                <a:lnTo>
                  <a:pt x="0" y="2380669"/>
                </a:lnTo>
                <a:close/>
              </a:path>
            </a:pathLst>
          </a:custGeom>
          <a:gradFill flip="none" rotWithShape="0">
            <a:gsLst>
              <a:gs pos="100000">
                <a:srgbClr val="E60000"/>
              </a:gs>
              <a:gs pos="0">
                <a:srgbClr val="820000"/>
              </a:gs>
              <a:gs pos="62000">
                <a:srgbClr val="E60000"/>
              </a:gs>
            </a:gsLst>
            <a:lin ang="0" scaled="1"/>
            <a:tileRect/>
          </a:gradFill>
          <a:ln w="9525" cap="flat" cmpd="sng" algn="ctr">
            <a:noFill/>
            <a:prstDash val="solid"/>
          </a:ln>
          <a:effectLst/>
        </p:spPr>
        <p:txBody>
          <a:bodyPr lIns="0" tIns="0" rIns="0" bIns="0" rtlCol="0" anchor="t" anchorCtr="0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7081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13" Type="http://schemas.openxmlformats.org/officeDocument/2006/relationships/slideLayout" Target="../slideLayouts/slideLayout21.xml"/><Relationship Id="rId18" Type="http://schemas.openxmlformats.org/officeDocument/2006/relationships/image" Target="../media/image4.emf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slideLayout" Target="../slideLayouts/slideLayout20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2403" y="1368000"/>
            <a:ext cx="4050791" cy="14197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idx="1"/>
          </p:nvPr>
        </p:nvSpPr>
        <p:spPr>
          <a:xfrm>
            <a:off x="1472403" y="2882902"/>
            <a:ext cx="4050791" cy="108108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pic>
        <p:nvPicPr>
          <p:cNvPr id="3" name="図 2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603"/>
          <a:stretch/>
        </p:blipFill>
        <p:spPr>
          <a:xfrm>
            <a:off x="6730256" y="4352324"/>
            <a:ext cx="2413747" cy="790956"/>
          </a:xfrm>
          <a:prstGeom prst="rect">
            <a:avLst/>
          </a:prstGeom>
        </p:spPr>
      </p:pic>
      <p:sp>
        <p:nvSpPr>
          <p:cNvPr id="5" name="テキスト ボックス 4"/>
          <p:cNvSpPr txBox="1"/>
          <p:nvPr userDrawn="1"/>
        </p:nvSpPr>
        <p:spPr bwMode="auto">
          <a:xfrm>
            <a:off x="795250" y="4835453"/>
            <a:ext cx="514490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ja-JP" sz="700" baseline="0" dirty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Copyright(C) 2023 Mitsubishi UFJ Information Technology Ltd.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67974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hf hdr="0" ftr="0" dt="0"/>
  <p:txStyles>
    <p:titleStyle>
      <a:lvl1pPr algn="l" defTabSz="457200" rtl="0" eaLnBrk="1" latinLnBrk="0" hangingPunct="1">
        <a:lnSpc>
          <a:spcPct val="110000"/>
        </a:lnSpc>
        <a:spcBef>
          <a:spcPct val="0"/>
        </a:spcBef>
        <a:buNone/>
        <a:defRPr kumimoji="1" sz="2600" kern="1200" baseline="0">
          <a:solidFill>
            <a:schemeClr val="tx1"/>
          </a:solidFill>
          <a:latin typeface="BIZ UDPGothic" panose="020B0400000000000000" pitchFamily="34" charset="-128"/>
          <a:ea typeface="BIZ UDPGothic" panose="020B0400000000000000" pitchFamily="34" charset="-128"/>
          <a:cs typeface="+mj-cs"/>
        </a:defRPr>
      </a:lvl1pPr>
    </p:titleStyle>
    <p:bodyStyle>
      <a:lvl1pPr marL="0" indent="0" algn="l" defTabSz="457200" rtl="0" eaLnBrk="1" latinLnBrk="0" hangingPunct="1">
        <a:lnSpc>
          <a:spcPct val="120000"/>
        </a:lnSpc>
        <a:spcBef>
          <a:spcPts val="0"/>
        </a:spcBef>
        <a:buFont typeface="Arial"/>
        <a:buNone/>
        <a:defRPr kumimoji="1" sz="1200" b="1" i="0" kern="1200" cap="none" baseline="0">
          <a:solidFill>
            <a:schemeClr val="tx1"/>
          </a:solidFill>
          <a:latin typeface="BIZ UDPGothic" panose="020B0400000000000000" pitchFamily="34" charset="-128"/>
          <a:ea typeface="BIZ UDPGothic" panose="020B0400000000000000" pitchFamily="34" charset="-128"/>
          <a:cs typeface="Arial" panose="020B0604020202020204" pitchFamily="34" charset="0"/>
        </a:defRPr>
      </a:lvl1pPr>
      <a:lvl2pPr marL="0" indent="0" algn="l" defTabSz="4572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Font typeface="Arial"/>
        <a:buNone/>
        <a:defRPr kumimoji="1" sz="1200" b="1" i="0" kern="1200" cap="none" baseline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2pPr>
      <a:lvl3pPr marL="0" indent="0" algn="l" defTabSz="4572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Font typeface="Arial"/>
        <a:buNone/>
        <a:defRPr kumimoji="1" sz="1200" b="1" i="0" kern="1200" cap="none" baseline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3pPr>
      <a:lvl4pPr marL="0" indent="0" algn="l" defTabSz="457200" rtl="0" eaLnBrk="1" latinLnBrk="0" hangingPunct="1">
        <a:lnSpc>
          <a:spcPct val="120000"/>
        </a:lnSpc>
        <a:spcBef>
          <a:spcPts val="0"/>
        </a:spcBef>
        <a:buClr>
          <a:schemeClr val="tx1"/>
        </a:buClr>
        <a:buFont typeface="Arial"/>
        <a:buNone/>
        <a:defRPr kumimoji="1" sz="1200" b="1" i="0" kern="1200" cap="none" baseline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4pPr>
      <a:lvl5pPr marL="0" marR="0" indent="0" algn="l" defTabSz="457200" rtl="0" eaLnBrk="1" fontAlgn="auto" latinLnBrk="0" hangingPunct="1">
        <a:lnSpc>
          <a:spcPct val="120000"/>
        </a:lnSpc>
        <a:spcBef>
          <a:spcPts val="0"/>
        </a:spcBef>
        <a:spcAft>
          <a:spcPts val="0"/>
        </a:spcAft>
        <a:buClrTx/>
        <a:buSzTx/>
        <a:buFont typeface="Arial"/>
        <a:buNone/>
        <a:tabLst/>
        <a:defRPr kumimoji="1" sz="1200" b="1" i="0" kern="1200" cap="none" baseline="0">
          <a:solidFill>
            <a:schemeClr val="tx1"/>
          </a:solidFill>
          <a:latin typeface="Arial" panose="020B0604020202020204" pitchFamily="34" charset="0"/>
          <a:ea typeface="ＭＳ Ｐゴシック" panose="020B0600070205080204" pitchFamily="50" charset="-128"/>
          <a:cs typeface="Arial" panose="020B0604020202020204" pitchFamily="34" charset="0"/>
        </a:defRPr>
      </a:lvl5pPr>
      <a:lvl6pPr marL="0" indent="0" algn="l" defTabSz="-396875" rtl="0" eaLnBrk="1" latinLnBrk="0" hangingPunct="1">
        <a:lnSpc>
          <a:spcPts val="1600"/>
        </a:lnSpc>
        <a:spcBef>
          <a:spcPts val="0"/>
        </a:spcBef>
        <a:buClr>
          <a:schemeClr val="tx1"/>
        </a:buClr>
        <a:buFont typeface="Arial"/>
        <a:buNone/>
        <a:defRPr kumimoji="1" sz="1100" b="1" i="0" kern="1200" cap="all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457200" rtl="0" eaLnBrk="1" latinLnBrk="0" hangingPunct="1">
        <a:lnSpc>
          <a:spcPts val="1600"/>
        </a:lnSpc>
        <a:spcBef>
          <a:spcPts val="0"/>
        </a:spcBef>
        <a:buFont typeface="Arial"/>
        <a:buNone/>
        <a:defRPr kumimoji="1" sz="1100" b="1" i="0" kern="1200" cap="all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8"/>
          <a:srcRect t="5513" b="5604"/>
          <a:stretch/>
        </p:blipFill>
        <p:spPr>
          <a:xfrm>
            <a:off x="7484583" y="4703321"/>
            <a:ext cx="1250743" cy="30718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544" y="1131589"/>
            <a:ext cx="8208144" cy="3456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  <a:endParaRPr lang="en-US" altLang="ja-JP" dirty="0"/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altLang="ja-JP" dirty="0"/>
          </a:p>
        </p:txBody>
      </p:sp>
      <p:sp>
        <p:nvSpPr>
          <p:cNvPr id="9" name="Rectangle 6"/>
          <p:cNvSpPr/>
          <p:nvPr/>
        </p:nvSpPr>
        <p:spPr bwMode="gray">
          <a:xfrm>
            <a:off x="0" y="2"/>
            <a:ext cx="9144000" cy="661317"/>
          </a:xfrm>
          <a:prstGeom prst="rect">
            <a:avLst/>
          </a:prstGeom>
          <a:gradFill flip="none" rotWithShape="1">
            <a:gsLst>
              <a:gs pos="0">
                <a:srgbClr val="820000"/>
              </a:gs>
              <a:gs pos="100000">
                <a:schemeClr val="bg2"/>
              </a:gs>
              <a:gs pos="62000">
                <a:schemeClr val="bg2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ctr"/>
            <a:endParaRPr lang="en-US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 bwMode="white">
          <a:xfrm>
            <a:off x="467544" y="88289"/>
            <a:ext cx="8208144" cy="45851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5139" y="4826224"/>
            <a:ext cx="182562" cy="180272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90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defRPr>
            </a:lvl1pPr>
          </a:lstStyle>
          <a:p>
            <a:fld id="{8D075B93-D109-AA40-90DC-047F609B1C0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テキスト ボックス 10"/>
          <p:cNvSpPr txBox="1"/>
          <p:nvPr userDrawn="1"/>
        </p:nvSpPr>
        <p:spPr bwMode="auto">
          <a:xfrm>
            <a:off x="795250" y="4835453"/>
            <a:ext cx="5144903" cy="10772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en-US" altLang="ja-JP" sz="700" baseline="0" dirty="0">
                <a:solidFill>
                  <a:schemeClr val="tx1"/>
                </a:solidFill>
                <a:latin typeface="BIZ UDPGothic" panose="020B0400000000000000" pitchFamily="34" charset="-128"/>
                <a:ea typeface="BIZ UDPGothic" panose="020B0400000000000000" pitchFamily="34" charset="-128"/>
              </a:rPr>
              <a:t>Copyright(C) 2023 Mitsubishi UFJ Information Technology Ltd. 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41206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798" r:id="rId16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kumimoji="1" sz="3000" b="1" kern="1200" baseline="0">
          <a:solidFill>
            <a:schemeClr val="bg1"/>
          </a:solidFill>
          <a:latin typeface="BIZ UDPGothic" panose="020B0400000000000000" pitchFamily="34" charset="-128"/>
          <a:ea typeface="BIZ UDPGothic" panose="020B0400000000000000" pitchFamily="34" charset="-128"/>
          <a:cs typeface="+mj-cs"/>
        </a:defRPr>
      </a:lvl1pPr>
    </p:titleStyle>
    <p:bodyStyle>
      <a:lvl1pPr marL="0" indent="0" algn="l" defTabSz="457200" rtl="0" eaLnBrk="1" latinLnBrk="0" hangingPunct="1">
        <a:lnSpc>
          <a:spcPts val="2000"/>
        </a:lnSpc>
        <a:spcBef>
          <a:spcPts val="1000"/>
        </a:spcBef>
        <a:buFontTx/>
        <a:buNone/>
        <a:defRPr kumimoji="1" sz="1800" kern="1200">
          <a:solidFill>
            <a:schemeClr val="tx1"/>
          </a:solidFill>
          <a:latin typeface="BIZ UDPGothic" panose="020B0400000000000000" pitchFamily="34" charset="-128"/>
          <a:ea typeface="BIZ UDPGothic" panose="020B0400000000000000" pitchFamily="34" charset="-128"/>
          <a:cs typeface="+mn-cs"/>
        </a:defRPr>
      </a:lvl1pPr>
      <a:lvl2pPr marL="173038" indent="-173038" algn="l" defTabSz="457200" rtl="0" eaLnBrk="1" latinLnBrk="0" hangingPunct="1">
        <a:lnSpc>
          <a:spcPts val="1800"/>
        </a:lnSpc>
        <a:spcBef>
          <a:spcPts val="1000"/>
        </a:spcBef>
        <a:buClr>
          <a:schemeClr val="tx1"/>
        </a:buClr>
        <a:buFont typeface="Arial"/>
        <a:buChar char="•"/>
        <a:defRPr kumimoji="1" sz="1600" kern="1200">
          <a:solidFill>
            <a:schemeClr val="tx1"/>
          </a:solidFill>
          <a:latin typeface="BIZ UDPGothic" panose="020B0400000000000000" pitchFamily="34" charset="-128"/>
          <a:ea typeface="BIZ UDPGothic" panose="020B0400000000000000" pitchFamily="34" charset="-128"/>
          <a:cs typeface="+mn-cs"/>
        </a:defRPr>
      </a:lvl2pPr>
      <a:lvl3pPr marL="346075" indent="-173038" algn="l" defTabSz="457200" rtl="0" eaLnBrk="1" latinLnBrk="0" hangingPunct="1">
        <a:lnSpc>
          <a:spcPts val="1600"/>
        </a:lnSpc>
        <a:spcBef>
          <a:spcPts val="1000"/>
        </a:spcBef>
        <a:buClr>
          <a:schemeClr val="tx1"/>
        </a:buClr>
        <a:buFont typeface="Arial"/>
        <a:buChar char="•"/>
        <a:defRPr kumimoji="1" sz="1400" kern="1200">
          <a:solidFill>
            <a:schemeClr val="tx1"/>
          </a:solidFill>
          <a:latin typeface="BIZ UDPGothic" panose="020B0400000000000000" pitchFamily="34" charset="-128"/>
          <a:ea typeface="BIZ UDPGothic" panose="020B0400000000000000" pitchFamily="34" charset="-128"/>
          <a:cs typeface="+mn-cs"/>
        </a:defRPr>
      </a:lvl3pPr>
      <a:lvl4pPr marL="519113" indent="-173038" algn="l" defTabSz="457200" rtl="0" eaLnBrk="1" latinLnBrk="0" hangingPunct="1">
        <a:lnSpc>
          <a:spcPts val="1400"/>
        </a:lnSpc>
        <a:spcBef>
          <a:spcPts val="1000"/>
        </a:spcBef>
        <a:buClr>
          <a:schemeClr val="tx1"/>
        </a:buClr>
        <a:buFont typeface="Arial"/>
        <a:buChar char="•"/>
        <a:defRPr kumimoji="1" sz="1200" kern="1200">
          <a:solidFill>
            <a:schemeClr val="tx1"/>
          </a:solidFill>
          <a:latin typeface="BIZ UDPGothic" panose="020B0400000000000000" pitchFamily="34" charset="-128"/>
          <a:ea typeface="BIZ UDPGothic" panose="020B0400000000000000" pitchFamily="34" charset="-128"/>
          <a:cs typeface="+mn-cs"/>
        </a:defRPr>
      </a:lvl4pPr>
      <a:lvl5pPr marL="0" indent="0" algn="l" defTabSz="457200" rtl="0" eaLnBrk="1" latinLnBrk="0" hangingPunct="1">
        <a:lnSpc>
          <a:spcPts val="2000"/>
        </a:lnSpc>
        <a:spcBef>
          <a:spcPts val="1200"/>
        </a:spcBef>
        <a:buFontTx/>
        <a:buNone/>
        <a:defRPr kumimoji="1" sz="1800" b="0" i="1" kern="1200">
          <a:solidFill>
            <a:schemeClr val="bg2"/>
          </a:solidFill>
          <a:latin typeface="BIZ UDPGothic" panose="020B0400000000000000" pitchFamily="34" charset="-128"/>
          <a:ea typeface="BIZ UDPGothic" panose="020B0400000000000000" pitchFamily="34" charset="-128"/>
          <a:cs typeface="+mn-cs"/>
        </a:defRPr>
      </a:lvl5pPr>
      <a:lvl6pPr marL="0" indent="0" algn="l" defTabSz="-396875" rtl="0" eaLnBrk="1" latinLnBrk="0" hangingPunct="1">
        <a:lnSpc>
          <a:spcPts val="1000"/>
        </a:lnSpc>
        <a:spcBef>
          <a:spcPts val="600"/>
        </a:spcBef>
        <a:buClr>
          <a:schemeClr val="tx1"/>
        </a:buClr>
        <a:buFontTx/>
        <a:buNone/>
        <a:defRPr kumimoji="1"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457200" rtl="0" eaLnBrk="1" latinLnBrk="0" hangingPunct="1">
        <a:lnSpc>
          <a:spcPts val="1400"/>
        </a:lnSpc>
        <a:spcBef>
          <a:spcPts val="600"/>
        </a:spcBef>
        <a:buFontTx/>
        <a:buNone/>
        <a:defRPr kumimoji="1" sz="1000" b="0" i="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professional-certificates/google-ux-design" TargetMode="Externa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professional-certificates/google-ux-design" TargetMode="Externa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ursera.org/professional-certificates/google-ux-design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D10F1937-8339-31C9-E752-21494FEC2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UIUX</a:t>
            </a:r>
            <a:r>
              <a:rPr lang="ja-JP" altLang="en-US"/>
              <a:t>体験ゼミ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C602483B-150D-055A-FE7C-B8D36855FF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471AEF9E-3A3E-4D51-2096-5A20BA6BD7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ja-JP" altLang="en-US"/>
              <a:t>スキルアップゼミ</a:t>
            </a:r>
          </a:p>
        </p:txBody>
      </p:sp>
    </p:spTree>
    <p:extLst>
      <p:ext uri="{BB962C8B-B14F-4D97-AF65-F5344CB8AC3E}">
        <p14:creationId xmlns:p14="http://schemas.microsoft.com/office/powerpoint/2010/main" val="3611324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1D609964-BED0-92E0-EF4B-C1D8EE2728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531D94F2-A961-699B-DA05-3100AF5B66A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FF29FC6F-FB04-005E-04D4-A9BBEBCDEDB8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8E7C34C9-F0B3-104E-79FF-96C9D8C94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自己紹介</a:t>
            </a:r>
          </a:p>
        </p:txBody>
      </p:sp>
    </p:spTree>
    <p:extLst>
      <p:ext uri="{BB962C8B-B14F-4D97-AF65-F5344CB8AC3E}">
        <p14:creationId xmlns:p14="http://schemas.microsoft.com/office/powerpoint/2010/main" val="343502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D3D418-273D-1BC3-8A87-CC602BD0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0DFE6F3-2AC9-7C6B-4511-EA574CED96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3A0E5913-D94A-1B20-E9AD-F808DEBB54D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981A98B0-1DEE-654B-E2E1-09494733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ゼミコンセプト</a:t>
            </a:r>
          </a:p>
        </p:txBody>
      </p:sp>
    </p:spTree>
    <p:extLst>
      <p:ext uri="{BB962C8B-B14F-4D97-AF65-F5344CB8AC3E}">
        <p14:creationId xmlns:p14="http://schemas.microsoft.com/office/powerpoint/2010/main" val="1138821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3D3D418-273D-1BC3-8A87-CC602BD0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D0DFE6F3-2AC9-7C6B-4511-EA574CED968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3A0E5913-D94A-1B20-E9AD-F808DEBB54D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981A98B0-1DEE-654B-E2E1-094947334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スケジュール</a:t>
            </a:r>
          </a:p>
        </p:txBody>
      </p:sp>
    </p:spTree>
    <p:extLst>
      <p:ext uri="{BB962C8B-B14F-4D97-AF65-F5344CB8AC3E}">
        <p14:creationId xmlns:p14="http://schemas.microsoft.com/office/powerpoint/2010/main" val="13613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5469518-4F31-D4DA-9BDA-1FFB134E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88289"/>
            <a:ext cx="3600400" cy="458518"/>
          </a:xfrm>
        </p:spPr>
        <p:txBody>
          <a:bodyPr/>
          <a:lstStyle/>
          <a:p>
            <a:r>
              <a:rPr lang="ja-JP" altLang="en-US"/>
              <a:t>進め方フルアセット</a:t>
            </a:r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4476A664-4CFB-1D7A-B7C2-B2734DF03BEA}"/>
              </a:ext>
            </a:extLst>
          </p:cNvPr>
          <p:cNvSpPr/>
          <p:nvPr/>
        </p:nvSpPr>
        <p:spPr>
          <a:xfrm>
            <a:off x="552082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プロンプト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5E4D6C88-10A5-1FBB-924A-C5389E5125E6}"/>
              </a:ext>
            </a:extLst>
          </p:cNvPr>
          <p:cNvSpPr/>
          <p:nvPr/>
        </p:nvSpPr>
        <p:spPr>
          <a:xfrm>
            <a:off x="1975181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2.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ペルソナ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2C180DCD-0F1D-7EBF-E0A9-6EE065A0E949}"/>
              </a:ext>
            </a:extLst>
          </p:cNvPr>
          <p:cNvSpPr/>
          <p:nvPr/>
        </p:nvSpPr>
        <p:spPr>
          <a:xfrm>
            <a:off x="3398280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3.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ユーザーストーリー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52126A0-DF92-9BF9-2DB1-B070201155E6}"/>
              </a:ext>
            </a:extLst>
          </p:cNvPr>
          <p:cNvCxnSpPr>
            <a:cxnSpLocks/>
          </p:cNvCxnSpPr>
          <p:nvPr/>
        </p:nvCxnSpPr>
        <p:spPr>
          <a:xfrm>
            <a:off x="1560194" y="1355139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A970996-5984-3D81-336C-F745E5DB63BC}"/>
              </a:ext>
            </a:extLst>
          </p:cNvPr>
          <p:cNvCxnSpPr>
            <a:cxnSpLocks/>
          </p:cNvCxnSpPr>
          <p:nvPr/>
        </p:nvCxnSpPr>
        <p:spPr>
          <a:xfrm>
            <a:off x="2983293" y="1355139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632CECE5-844E-B38A-6C90-A7AD18936915}"/>
              </a:ext>
            </a:extLst>
          </p:cNvPr>
          <p:cNvSpPr/>
          <p:nvPr/>
        </p:nvSpPr>
        <p:spPr>
          <a:xfrm>
            <a:off x="4821379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4.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ジャーニーマップ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BFE5CAF-A4D6-FC01-3452-D8F0C8DBEB8A}"/>
              </a:ext>
            </a:extLst>
          </p:cNvPr>
          <p:cNvCxnSpPr>
            <a:cxnSpLocks/>
          </p:cNvCxnSpPr>
          <p:nvPr/>
        </p:nvCxnSpPr>
        <p:spPr>
          <a:xfrm>
            <a:off x="4406392" y="1353906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A9BD509D-2570-690D-A538-E1CBE8D1B4B6}"/>
              </a:ext>
            </a:extLst>
          </p:cNvPr>
          <p:cNvSpPr/>
          <p:nvPr/>
        </p:nvSpPr>
        <p:spPr>
          <a:xfrm>
            <a:off x="7667576" y="1000767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6.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競合調査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798A946-CF88-57A9-EBFB-A3B5F213A3D6}"/>
              </a:ext>
            </a:extLst>
          </p:cNvPr>
          <p:cNvCxnSpPr>
            <a:cxnSpLocks/>
          </p:cNvCxnSpPr>
          <p:nvPr/>
        </p:nvCxnSpPr>
        <p:spPr>
          <a:xfrm>
            <a:off x="5829491" y="1353906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542B585E-6420-542C-2E68-9A3625E880D5}"/>
              </a:ext>
            </a:extLst>
          </p:cNvPr>
          <p:cNvSpPr/>
          <p:nvPr/>
        </p:nvSpPr>
        <p:spPr>
          <a:xfrm>
            <a:off x="6244478" y="983067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5.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問題文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仮説文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DF109820-985B-9171-3D0E-FDC491851F17}"/>
              </a:ext>
            </a:extLst>
          </p:cNvPr>
          <p:cNvCxnSpPr>
            <a:cxnSpLocks/>
          </p:cNvCxnSpPr>
          <p:nvPr/>
        </p:nvCxnSpPr>
        <p:spPr>
          <a:xfrm>
            <a:off x="7252590" y="1355139"/>
            <a:ext cx="41498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0B9F1731-3AEF-5E8B-69D1-553CE0846921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552082" y="1360807"/>
            <a:ext cx="8123606" cy="1285309"/>
          </a:xfrm>
          <a:prstGeom prst="bentConnector5">
            <a:avLst>
              <a:gd name="adj1" fmla="val -2814"/>
              <a:gd name="adj2" fmla="val 50000"/>
              <a:gd name="adj3" fmla="val 102814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C842F458-4A53-3A45-3A81-03B0958CA77E}"/>
              </a:ext>
            </a:extLst>
          </p:cNvPr>
          <p:cNvSpPr/>
          <p:nvPr/>
        </p:nvSpPr>
        <p:spPr>
          <a:xfrm>
            <a:off x="552456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7.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フロー</a:t>
            </a:r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E5B29139-827D-64A6-8EBD-38D38CDC7CB2}"/>
              </a:ext>
            </a:extLst>
          </p:cNvPr>
          <p:cNvSpPr/>
          <p:nvPr/>
        </p:nvSpPr>
        <p:spPr>
          <a:xfrm>
            <a:off x="1975555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8.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ストーリーボード</a:t>
            </a: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9FDC0774-2C0F-269C-2633-8CFD653567AB}"/>
              </a:ext>
            </a:extLst>
          </p:cNvPr>
          <p:cNvCxnSpPr>
            <a:cxnSpLocks/>
          </p:cNvCxnSpPr>
          <p:nvPr/>
        </p:nvCxnSpPr>
        <p:spPr>
          <a:xfrm>
            <a:off x="1560568" y="2615550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2D917EC7-F37C-EEE6-7E31-8F9DD715C86D}"/>
              </a:ext>
            </a:extLst>
          </p:cNvPr>
          <p:cNvSpPr/>
          <p:nvPr/>
        </p:nvSpPr>
        <p:spPr>
          <a:xfrm>
            <a:off x="3398654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9.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ワイヤー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フレーム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(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紙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)</a:t>
            </a:r>
            <a:endParaRPr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FDB78534-EB5D-CE1D-B27D-92E883297FCE}"/>
              </a:ext>
            </a:extLst>
          </p:cNvPr>
          <p:cNvCxnSpPr>
            <a:cxnSpLocks/>
          </p:cNvCxnSpPr>
          <p:nvPr/>
        </p:nvCxnSpPr>
        <p:spPr>
          <a:xfrm>
            <a:off x="2983667" y="2614368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角丸四角形 46">
            <a:extLst>
              <a:ext uri="{FF2B5EF4-FFF2-40B4-BE49-F238E27FC236}">
                <a16:creationId xmlns:a16="http://schemas.microsoft.com/office/drawing/2014/main" id="{C5D80AE2-EF26-30DE-9E4F-714F46D1BE5A}"/>
              </a:ext>
            </a:extLst>
          </p:cNvPr>
          <p:cNvSpPr/>
          <p:nvPr/>
        </p:nvSpPr>
        <p:spPr>
          <a:xfrm>
            <a:off x="4821753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10.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ワイヤー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フレーム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(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デジタル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)</a:t>
            </a:r>
            <a:endParaRPr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F845A170-8690-622F-DF13-CFA030F5BB02}"/>
              </a:ext>
            </a:extLst>
          </p:cNvPr>
          <p:cNvCxnSpPr>
            <a:cxnSpLocks/>
          </p:cNvCxnSpPr>
          <p:nvPr/>
        </p:nvCxnSpPr>
        <p:spPr>
          <a:xfrm>
            <a:off x="4406766" y="2615550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D47E165-D186-0821-199D-B544F4BFC2F8}"/>
              </a:ext>
            </a:extLst>
          </p:cNvPr>
          <p:cNvCxnSpPr>
            <a:cxnSpLocks/>
          </p:cNvCxnSpPr>
          <p:nvPr/>
        </p:nvCxnSpPr>
        <p:spPr>
          <a:xfrm>
            <a:off x="5829865" y="2611535"/>
            <a:ext cx="414986" cy="78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角丸四角形 55">
            <a:extLst>
              <a:ext uri="{FF2B5EF4-FFF2-40B4-BE49-F238E27FC236}">
                <a16:creationId xmlns:a16="http://schemas.microsoft.com/office/drawing/2014/main" id="{43D4E0AA-586C-167C-55C9-64DE4A023B4C}"/>
              </a:ext>
            </a:extLst>
          </p:cNvPr>
          <p:cNvSpPr/>
          <p:nvPr/>
        </p:nvSpPr>
        <p:spPr>
          <a:xfrm>
            <a:off x="6244851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11.Lo-Fi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プロトタイプ</a:t>
            </a:r>
          </a:p>
        </p:txBody>
      </p:sp>
      <p:cxnSp>
        <p:nvCxnSpPr>
          <p:cNvPr id="57" name="直線矢印コネクタ 31">
            <a:extLst>
              <a:ext uri="{FF2B5EF4-FFF2-40B4-BE49-F238E27FC236}">
                <a16:creationId xmlns:a16="http://schemas.microsoft.com/office/drawing/2014/main" id="{A54C5440-63B7-7C30-7E50-FE19055E203E}"/>
              </a:ext>
            </a:extLst>
          </p:cNvPr>
          <p:cNvCxnSpPr>
            <a:cxnSpLocks/>
          </p:cNvCxnSpPr>
          <p:nvPr/>
        </p:nvCxnSpPr>
        <p:spPr>
          <a:xfrm flipV="1">
            <a:off x="7252963" y="2614038"/>
            <a:ext cx="417414" cy="220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>
            <a:extLst>
              <a:ext uri="{FF2B5EF4-FFF2-40B4-BE49-F238E27FC236}">
                <a16:creationId xmlns:a16="http://schemas.microsoft.com/office/drawing/2014/main" id="{1F239DD4-B8C8-51D9-C68D-A661ABD7D023}"/>
              </a:ext>
            </a:extLst>
          </p:cNvPr>
          <p:cNvSpPr/>
          <p:nvPr/>
        </p:nvSpPr>
        <p:spPr>
          <a:xfrm>
            <a:off x="7670377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12.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ユーザビリティ調査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3" name="角丸四角形 62">
            <a:extLst>
              <a:ext uri="{FF2B5EF4-FFF2-40B4-BE49-F238E27FC236}">
                <a16:creationId xmlns:a16="http://schemas.microsoft.com/office/drawing/2014/main" id="{32F040EF-82C2-A907-44B8-61AF35ADFE63}"/>
              </a:ext>
            </a:extLst>
          </p:cNvPr>
          <p:cNvSpPr/>
          <p:nvPr/>
        </p:nvSpPr>
        <p:spPr>
          <a:xfrm>
            <a:off x="527714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13.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調査レポート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4" name="角丸四角形 63">
            <a:extLst>
              <a:ext uri="{FF2B5EF4-FFF2-40B4-BE49-F238E27FC236}">
                <a16:creationId xmlns:a16="http://schemas.microsoft.com/office/drawing/2014/main" id="{1DCB8BB5-4657-30F9-B250-0C17D5CB456F}"/>
              </a:ext>
            </a:extLst>
          </p:cNvPr>
          <p:cNvSpPr/>
          <p:nvPr/>
        </p:nvSpPr>
        <p:spPr>
          <a:xfrm>
            <a:off x="1955243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14.Lo-Fi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プロト修正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C6EDE35-01B8-B218-31AE-4E9059880E52}"/>
              </a:ext>
            </a:extLst>
          </p:cNvPr>
          <p:cNvSpPr txBox="1"/>
          <p:nvPr/>
        </p:nvSpPr>
        <p:spPr>
          <a:xfrm>
            <a:off x="3382772" y="387770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kumimoji="1" lang="ja-JP" altLang="en-US" sz="1200" baseline="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6" name="角丸四角形 65">
            <a:extLst>
              <a:ext uri="{FF2B5EF4-FFF2-40B4-BE49-F238E27FC236}">
                <a16:creationId xmlns:a16="http://schemas.microsoft.com/office/drawing/2014/main" id="{E4228281-D200-1AE1-4069-C7A29B49B878}"/>
              </a:ext>
            </a:extLst>
          </p:cNvPr>
          <p:cNvSpPr/>
          <p:nvPr/>
        </p:nvSpPr>
        <p:spPr>
          <a:xfrm>
            <a:off x="3384987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15.</a:t>
            </a:r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モックアップ</a:t>
            </a:r>
          </a:p>
        </p:txBody>
      </p:sp>
      <p:sp>
        <p:nvSpPr>
          <p:cNvPr id="67" name="角丸四角形 66">
            <a:extLst>
              <a:ext uri="{FF2B5EF4-FFF2-40B4-BE49-F238E27FC236}">
                <a16:creationId xmlns:a16="http://schemas.microsoft.com/office/drawing/2014/main" id="{9D1A3738-0A28-055B-9466-DB36B3DE2D7F}"/>
              </a:ext>
            </a:extLst>
          </p:cNvPr>
          <p:cNvSpPr/>
          <p:nvPr/>
        </p:nvSpPr>
        <p:spPr>
          <a:xfrm>
            <a:off x="4812516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16.</a:t>
            </a:r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デザインシステム</a:t>
            </a:r>
          </a:p>
        </p:txBody>
      </p:sp>
      <p:sp>
        <p:nvSpPr>
          <p:cNvPr id="68" name="角丸四角形 67">
            <a:extLst>
              <a:ext uri="{FF2B5EF4-FFF2-40B4-BE49-F238E27FC236}">
                <a16:creationId xmlns:a16="http://schemas.microsoft.com/office/drawing/2014/main" id="{0604027E-5A53-1533-F3EC-D8A3BD85BB07}"/>
              </a:ext>
            </a:extLst>
          </p:cNvPr>
          <p:cNvSpPr/>
          <p:nvPr/>
        </p:nvSpPr>
        <p:spPr>
          <a:xfrm>
            <a:off x="6240045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17.Hi-Fi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プロトタイプ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944493F5-BD49-EDCA-168C-61D4A8014F3F}"/>
              </a:ext>
            </a:extLst>
          </p:cNvPr>
          <p:cNvCxnSpPr>
            <a:cxnSpLocks/>
          </p:cNvCxnSpPr>
          <p:nvPr/>
        </p:nvCxnSpPr>
        <p:spPr>
          <a:xfrm>
            <a:off x="1538041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60588365-4844-788D-92FE-116FA471EDAC}"/>
              </a:ext>
            </a:extLst>
          </p:cNvPr>
          <p:cNvCxnSpPr>
            <a:cxnSpLocks/>
          </p:cNvCxnSpPr>
          <p:nvPr/>
        </p:nvCxnSpPr>
        <p:spPr>
          <a:xfrm>
            <a:off x="2965570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5FCB5E0A-BC86-C627-20C8-11864CB10AB1}"/>
              </a:ext>
            </a:extLst>
          </p:cNvPr>
          <p:cNvCxnSpPr>
            <a:cxnSpLocks/>
          </p:cNvCxnSpPr>
          <p:nvPr/>
        </p:nvCxnSpPr>
        <p:spPr>
          <a:xfrm>
            <a:off x="4395314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A8745C59-C386-A81B-4A79-83E0BD78351F}"/>
              </a:ext>
            </a:extLst>
          </p:cNvPr>
          <p:cNvCxnSpPr>
            <a:cxnSpLocks/>
          </p:cNvCxnSpPr>
          <p:nvPr/>
        </p:nvCxnSpPr>
        <p:spPr>
          <a:xfrm>
            <a:off x="5822843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角丸四角形 74">
            <a:extLst>
              <a:ext uri="{FF2B5EF4-FFF2-40B4-BE49-F238E27FC236}">
                <a16:creationId xmlns:a16="http://schemas.microsoft.com/office/drawing/2014/main" id="{E8D90266-F8A7-1EDF-571B-E950A735F17D}"/>
              </a:ext>
            </a:extLst>
          </p:cNvPr>
          <p:cNvSpPr/>
          <p:nvPr/>
        </p:nvSpPr>
        <p:spPr>
          <a:xfrm>
            <a:off x="7667576" y="3507854"/>
            <a:ext cx="1008112" cy="739702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18.</a:t>
            </a:r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ケース</a:t>
            </a:r>
            <a:endParaRPr kumimoji="1"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スタディ</a:t>
            </a:r>
          </a:p>
        </p:txBody>
      </p:sp>
      <p:cxnSp>
        <p:nvCxnSpPr>
          <p:cNvPr id="82" name="直線矢印コネクタ 31">
            <a:extLst>
              <a:ext uri="{FF2B5EF4-FFF2-40B4-BE49-F238E27FC236}">
                <a16:creationId xmlns:a16="http://schemas.microsoft.com/office/drawing/2014/main" id="{D9D185CE-94A5-0B38-1F34-7FBF5CC52428}"/>
              </a:ext>
            </a:extLst>
          </p:cNvPr>
          <p:cNvCxnSpPr>
            <a:cxnSpLocks/>
          </p:cNvCxnSpPr>
          <p:nvPr/>
        </p:nvCxnSpPr>
        <p:spPr>
          <a:xfrm flipH="1">
            <a:off x="548899" y="2608629"/>
            <a:ext cx="8123606" cy="1285309"/>
          </a:xfrm>
          <a:prstGeom prst="bentConnector5">
            <a:avLst>
              <a:gd name="adj1" fmla="val -2814"/>
              <a:gd name="adj2" fmla="val 50000"/>
              <a:gd name="adj3" fmla="val 102814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547D31AD-D8F3-AFA5-F46B-4E05D67E5C78}"/>
              </a:ext>
            </a:extLst>
          </p:cNvPr>
          <p:cNvCxnSpPr>
            <a:cxnSpLocks/>
          </p:cNvCxnSpPr>
          <p:nvPr/>
        </p:nvCxnSpPr>
        <p:spPr>
          <a:xfrm>
            <a:off x="7250372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EAE0755-741A-72B4-E64F-7F750F18A5A0}"/>
              </a:ext>
            </a:extLst>
          </p:cNvPr>
          <p:cNvSpPr txBox="1"/>
          <p:nvPr/>
        </p:nvSpPr>
        <p:spPr>
          <a:xfrm>
            <a:off x="3464312" y="-81775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rmAutofit fontScale="25000" lnSpcReduction="20000"/>
          </a:bodyPr>
          <a:lstStyle/>
          <a:p>
            <a:endParaRPr kumimoji="1" lang="ja-JP" altLang="en-US" sz="1600" baseline="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69C53E-1524-97DA-1A5D-F164BFC475D5}"/>
              </a:ext>
            </a:extLst>
          </p:cNvPr>
          <p:cNvSpPr txBox="1"/>
          <p:nvPr/>
        </p:nvSpPr>
        <p:spPr>
          <a:xfrm>
            <a:off x="4716016" y="195486"/>
            <a:ext cx="3744416" cy="293764"/>
          </a:xfrm>
          <a:prstGeom prst="rect">
            <a:avLst/>
          </a:prstGeom>
          <a:noFill/>
        </p:spPr>
        <p:txBody>
          <a:bodyPr wrap="none" lIns="0" tIns="0" rIns="0" bIns="0" rtlCol="0">
            <a:normAutofit/>
          </a:bodyPr>
          <a:lstStyle/>
          <a:p>
            <a:r>
              <a:rPr kumimoji="1" lang="en-US" altLang="ja-JP" sz="1600" baseline="0" dirty="0">
                <a:hlinkClick r:id="rId2"/>
              </a:rPr>
              <a:t>Google UX</a:t>
            </a:r>
            <a:r>
              <a:rPr kumimoji="1" lang="ja-JP" altLang="en-US" sz="1600" baseline="0">
                <a:hlinkClick r:id="rId2"/>
              </a:rPr>
              <a:t>デザインプロフェッショナル</a:t>
            </a:r>
            <a:endParaRPr kumimoji="1" lang="ja-JP" altLang="en-US" sz="1600" baseline="0" dirty="0"/>
          </a:p>
        </p:txBody>
      </p:sp>
    </p:spTree>
    <p:extLst>
      <p:ext uri="{BB962C8B-B14F-4D97-AF65-F5344CB8AC3E}">
        <p14:creationId xmlns:p14="http://schemas.microsoft.com/office/powerpoint/2010/main" val="3699842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5469518-4F31-D4DA-9BDA-1FFB134E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3" y="88289"/>
            <a:ext cx="3925555" cy="458518"/>
          </a:xfrm>
        </p:spPr>
        <p:txBody>
          <a:bodyPr/>
          <a:lstStyle/>
          <a:p>
            <a:r>
              <a:rPr lang="ja-JP" altLang="en-US"/>
              <a:t>サンプルゼミ生</a:t>
            </a:r>
            <a:r>
              <a:rPr lang="en-US" altLang="ja-JP" dirty="0"/>
              <a:t>A</a:t>
            </a:r>
            <a:endParaRPr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4476A664-4CFB-1D7A-B7C2-B2734DF03BEA}"/>
              </a:ext>
            </a:extLst>
          </p:cNvPr>
          <p:cNvSpPr/>
          <p:nvPr/>
        </p:nvSpPr>
        <p:spPr>
          <a:xfrm>
            <a:off x="552082" y="995099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プロンプト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5E4D6C88-10A5-1FBB-924A-C5389E5125E6}"/>
              </a:ext>
            </a:extLst>
          </p:cNvPr>
          <p:cNvSpPr/>
          <p:nvPr/>
        </p:nvSpPr>
        <p:spPr>
          <a:xfrm>
            <a:off x="1975181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ペルソナ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2C180DCD-0F1D-7EBF-E0A9-6EE065A0E949}"/>
              </a:ext>
            </a:extLst>
          </p:cNvPr>
          <p:cNvSpPr/>
          <p:nvPr/>
        </p:nvSpPr>
        <p:spPr>
          <a:xfrm>
            <a:off x="3398280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ユーザーストーリー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52126A0-DF92-9BF9-2DB1-B070201155E6}"/>
              </a:ext>
            </a:extLst>
          </p:cNvPr>
          <p:cNvCxnSpPr>
            <a:cxnSpLocks/>
          </p:cNvCxnSpPr>
          <p:nvPr/>
        </p:nvCxnSpPr>
        <p:spPr>
          <a:xfrm>
            <a:off x="1560194" y="1355139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A970996-5984-3D81-336C-F745E5DB63BC}"/>
              </a:ext>
            </a:extLst>
          </p:cNvPr>
          <p:cNvCxnSpPr>
            <a:cxnSpLocks/>
          </p:cNvCxnSpPr>
          <p:nvPr/>
        </p:nvCxnSpPr>
        <p:spPr>
          <a:xfrm>
            <a:off x="2983293" y="1355139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632CECE5-844E-B38A-6C90-A7AD18936915}"/>
              </a:ext>
            </a:extLst>
          </p:cNvPr>
          <p:cNvSpPr/>
          <p:nvPr/>
        </p:nvSpPr>
        <p:spPr>
          <a:xfrm>
            <a:off x="4821379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ジャーニーマップ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BFE5CAF-A4D6-FC01-3452-D8F0C8DBEB8A}"/>
              </a:ext>
            </a:extLst>
          </p:cNvPr>
          <p:cNvCxnSpPr>
            <a:cxnSpLocks/>
          </p:cNvCxnSpPr>
          <p:nvPr/>
        </p:nvCxnSpPr>
        <p:spPr>
          <a:xfrm>
            <a:off x="4406392" y="1353906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A9BD509D-2570-690D-A538-E1CBE8D1B4B6}"/>
              </a:ext>
            </a:extLst>
          </p:cNvPr>
          <p:cNvSpPr/>
          <p:nvPr/>
        </p:nvSpPr>
        <p:spPr>
          <a:xfrm>
            <a:off x="7667576" y="1000767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競合調査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798A946-CF88-57A9-EBFB-A3B5F213A3D6}"/>
              </a:ext>
            </a:extLst>
          </p:cNvPr>
          <p:cNvCxnSpPr>
            <a:cxnSpLocks/>
          </p:cNvCxnSpPr>
          <p:nvPr/>
        </p:nvCxnSpPr>
        <p:spPr>
          <a:xfrm>
            <a:off x="5829491" y="1353906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542B585E-6420-542C-2E68-9A3625E880D5}"/>
              </a:ext>
            </a:extLst>
          </p:cNvPr>
          <p:cNvSpPr/>
          <p:nvPr/>
        </p:nvSpPr>
        <p:spPr>
          <a:xfrm>
            <a:off x="6244478" y="983067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問題文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仮説文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DF109820-985B-9171-3D0E-FDC491851F17}"/>
              </a:ext>
            </a:extLst>
          </p:cNvPr>
          <p:cNvCxnSpPr>
            <a:cxnSpLocks/>
          </p:cNvCxnSpPr>
          <p:nvPr/>
        </p:nvCxnSpPr>
        <p:spPr>
          <a:xfrm>
            <a:off x="7252590" y="1355139"/>
            <a:ext cx="41498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0B9F1731-3AEF-5E8B-69D1-553CE0846921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552082" y="1360807"/>
            <a:ext cx="8123606" cy="1285309"/>
          </a:xfrm>
          <a:prstGeom prst="bentConnector5">
            <a:avLst>
              <a:gd name="adj1" fmla="val -2814"/>
              <a:gd name="adj2" fmla="val 50000"/>
              <a:gd name="adj3" fmla="val 102814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C842F458-4A53-3A45-3A81-03B0958CA77E}"/>
              </a:ext>
            </a:extLst>
          </p:cNvPr>
          <p:cNvSpPr/>
          <p:nvPr/>
        </p:nvSpPr>
        <p:spPr>
          <a:xfrm>
            <a:off x="552456" y="2255510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フロー</a:t>
            </a:r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E5B29139-827D-64A6-8EBD-38D38CDC7CB2}"/>
              </a:ext>
            </a:extLst>
          </p:cNvPr>
          <p:cNvSpPr/>
          <p:nvPr/>
        </p:nvSpPr>
        <p:spPr>
          <a:xfrm>
            <a:off x="1975555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ストーリーボード</a:t>
            </a: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9FDC0774-2C0F-269C-2633-8CFD653567AB}"/>
              </a:ext>
            </a:extLst>
          </p:cNvPr>
          <p:cNvCxnSpPr>
            <a:cxnSpLocks/>
          </p:cNvCxnSpPr>
          <p:nvPr/>
        </p:nvCxnSpPr>
        <p:spPr>
          <a:xfrm>
            <a:off x="1560568" y="2615550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2D917EC7-F37C-EEE6-7E31-8F9DD715C86D}"/>
              </a:ext>
            </a:extLst>
          </p:cNvPr>
          <p:cNvSpPr/>
          <p:nvPr/>
        </p:nvSpPr>
        <p:spPr>
          <a:xfrm>
            <a:off x="3398654" y="2255510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ワイヤー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フレーム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(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紙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)</a:t>
            </a:r>
            <a:endParaRPr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FDB78534-EB5D-CE1D-B27D-92E883297FCE}"/>
              </a:ext>
            </a:extLst>
          </p:cNvPr>
          <p:cNvCxnSpPr>
            <a:cxnSpLocks/>
          </p:cNvCxnSpPr>
          <p:nvPr/>
        </p:nvCxnSpPr>
        <p:spPr>
          <a:xfrm>
            <a:off x="2983667" y="2614368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角丸四角形 46">
            <a:extLst>
              <a:ext uri="{FF2B5EF4-FFF2-40B4-BE49-F238E27FC236}">
                <a16:creationId xmlns:a16="http://schemas.microsoft.com/office/drawing/2014/main" id="{C5D80AE2-EF26-30DE-9E4F-714F46D1BE5A}"/>
              </a:ext>
            </a:extLst>
          </p:cNvPr>
          <p:cNvSpPr/>
          <p:nvPr/>
        </p:nvSpPr>
        <p:spPr>
          <a:xfrm>
            <a:off x="4821753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ワイヤー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フレーム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(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デジタル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)</a:t>
            </a:r>
            <a:endParaRPr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F845A170-8690-622F-DF13-CFA030F5BB02}"/>
              </a:ext>
            </a:extLst>
          </p:cNvPr>
          <p:cNvCxnSpPr>
            <a:cxnSpLocks/>
          </p:cNvCxnSpPr>
          <p:nvPr/>
        </p:nvCxnSpPr>
        <p:spPr>
          <a:xfrm>
            <a:off x="4406766" y="2615550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D47E165-D186-0821-199D-B544F4BFC2F8}"/>
              </a:ext>
            </a:extLst>
          </p:cNvPr>
          <p:cNvCxnSpPr>
            <a:cxnSpLocks/>
          </p:cNvCxnSpPr>
          <p:nvPr/>
        </p:nvCxnSpPr>
        <p:spPr>
          <a:xfrm>
            <a:off x="5829865" y="2611535"/>
            <a:ext cx="414986" cy="78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角丸四角形 55">
            <a:extLst>
              <a:ext uri="{FF2B5EF4-FFF2-40B4-BE49-F238E27FC236}">
                <a16:creationId xmlns:a16="http://schemas.microsoft.com/office/drawing/2014/main" id="{43D4E0AA-586C-167C-55C9-64DE4A023B4C}"/>
              </a:ext>
            </a:extLst>
          </p:cNvPr>
          <p:cNvSpPr/>
          <p:nvPr/>
        </p:nvSpPr>
        <p:spPr>
          <a:xfrm>
            <a:off x="6244851" y="2255510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Lo-Fi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プロトタイプ</a:t>
            </a:r>
          </a:p>
        </p:txBody>
      </p:sp>
      <p:cxnSp>
        <p:nvCxnSpPr>
          <p:cNvPr id="57" name="直線矢印コネクタ 31">
            <a:extLst>
              <a:ext uri="{FF2B5EF4-FFF2-40B4-BE49-F238E27FC236}">
                <a16:creationId xmlns:a16="http://schemas.microsoft.com/office/drawing/2014/main" id="{A54C5440-63B7-7C30-7E50-FE19055E203E}"/>
              </a:ext>
            </a:extLst>
          </p:cNvPr>
          <p:cNvCxnSpPr>
            <a:cxnSpLocks/>
          </p:cNvCxnSpPr>
          <p:nvPr/>
        </p:nvCxnSpPr>
        <p:spPr>
          <a:xfrm flipV="1">
            <a:off x="7252963" y="2614038"/>
            <a:ext cx="417414" cy="220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>
            <a:extLst>
              <a:ext uri="{FF2B5EF4-FFF2-40B4-BE49-F238E27FC236}">
                <a16:creationId xmlns:a16="http://schemas.microsoft.com/office/drawing/2014/main" id="{1F239DD4-B8C8-51D9-C68D-A661ABD7D023}"/>
              </a:ext>
            </a:extLst>
          </p:cNvPr>
          <p:cNvSpPr/>
          <p:nvPr/>
        </p:nvSpPr>
        <p:spPr>
          <a:xfrm>
            <a:off x="7670377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ユーザビリティ調査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3" name="角丸四角形 62">
            <a:extLst>
              <a:ext uri="{FF2B5EF4-FFF2-40B4-BE49-F238E27FC236}">
                <a16:creationId xmlns:a16="http://schemas.microsoft.com/office/drawing/2014/main" id="{32F040EF-82C2-A907-44B8-61AF35ADFE63}"/>
              </a:ext>
            </a:extLst>
          </p:cNvPr>
          <p:cNvSpPr/>
          <p:nvPr/>
        </p:nvSpPr>
        <p:spPr>
          <a:xfrm>
            <a:off x="527714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調査レポート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4" name="角丸四角形 63">
            <a:extLst>
              <a:ext uri="{FF2B5EF4-FFF2-40B4-BE49-F238E27FC236}">
                <a16:creationId xmlns:a16="http://schemas.microsoft.com/office/drawing/2014/main" id="{1DCB8BB5-4657-30F9-B250-0C17D5CB456F}"/>
              </a:ext>
            </a:extLst>
          </p:cNvPr>
          <p:cNvSpPr/>
          <p:nvPr/>
        </p:nvSpPr>
        <p:spPr>
          <a:xfrm>
            <a:off x="1955243" y="3517665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Lo-Fi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プロト修正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C6EDE35-01B8-B218-31AE-4E9059880E52}"/>
              </a:ext>
            </a:extLst>
          </p:cNvPr>
          <p:cNvSpPr txBox="1"/>
          <p:nvPr/>
        </p:nvSpPr>
        <p:spPr>
          <a:xfrm>
            <a:off x="3382772" y="387770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kumimoji="1" lang="ja-JP" altLang="en-US" sz="1200" baseline="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6" name="角丸四角形 65">
            <a:extLst>
              <a:ext uri="{FF2B5EF4-FFF2-40B4-BE49-F238E27FC236}">
                <a16:creationId xmlns:a16="http://schemas.microsoft.com/office/drawing/2014/main" id="{E4228281-D200-1AE1-4069-C7A29B49B878}"/>
              </a:ext>
            </a:extLst>
          </p:cNvPr>
          <p:cNvSpPr/>
          <p:nvPr/>
        </p:nvSpPr>
        <p:spPr>
          <a:xfrm>
            <a:off x="3384987" y="3517665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モックアップ</a:t>
            </a:r>
          </a:p>
        </p:txBody>
      </p:sp>
      <p:sp>
        <p:nvSpPr>
          <p:cNvPr id="67" name="角丸四角形 66">
            <a:extLst>
              <a:ext uri="{FF2B5EF4-FFF2-40B4-BE49-F238E27FC236}">
                <a16:creationId xmlns:a16="http://schemas.microsoft.com/office/drawing/2014/main" id="{9D1A3738-0A28-055B-9466-DB36B3DE2D7F}"/>
              </a:ext>
            </a:extLst>
          </p:cNvPr>
          <p:cNvSpPr/>
          <p:nvPr/>
        </p:nvSpPr>
        <p:spPr>
          <a:xfrm>
            <a:off x="4812516" y="3517665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デザインシステム</a:t>
            </a:r>
          </a:p>
        </p:txBody>
      </p:sp>
      <p:sp>
        <p:nvSpPr>
          <p:cNvPr id="68" name="角丸四角形 67">
            <a:extLst>
              <a:ext uri="{FF2B5EF4-FFF2-40B4-BE49-F238E27FC236}">
                <a16:creationId xmlns:a16="http://schemas.microsoft.com/office/drawing/2014/main" id="{0604027E-5A53-1533-F3EC-D8A3BD85BB07}"/>
              </a:ext>
            </a:extLst>
          </p:cNvPr>
          <p:cNvSpPr/>
          <p:nvPr/>
        </p:nvSpPr>
        <p:spPr>
          <a:xfrm>
            <a:off x="6240045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Hi-Fi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プロトタイプ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944493F5-BD49-EDCA-168C-61D4A8014F3F}"/>
              </a:ext>
            </a:extLst>
          </p:cNvPr>
          <p:cNvCxnSpPr>
            <a:cxnSpLocks/>
          </p:cNvCxnSpPr>
          <p:nvPr/>
        </p:nvCxnSpPr>
        <p:spPr>
          <a:xfrm>
            <a:off x="1538041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60588365-4844-788D-92FE-116FA471EDAC}"/>
              </a:ext>
            </a:extLst>
          </p:cNvPr>
          <p:cNvCxnSpPr>
            <a:cxnSpLocks/>
          </p:cNvCxnSpPr>
          <p:nvPr/>
        </p:nvCxnSpPr>
        <p:spPr>
          <a:xfrm>
            <a:off x="2965570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5FCB5E0A-BC86-C627-20C8-11864CB10AB1}"/>
              </a:ext>
            </a:extLst>
          </p:cNvPr>
          <p:cNvCxnSpPr>
            <a:cxnSpLocks/>
          </p:cNvCxnSpPr>
          <p:nvPr/>
        </p:nvCxnSpPr>
        <p:spPr>
          <a:xfrm>
            <a:off x="4395314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A8745C59-C386-A81B-4A79-83E0BD78351F}"/>
              </a:ext>
            </a:extLst>
          </p:cNvPr>
          <p:cNvCxnSpPr>
            <a:cxnSpLocks/>
          </p:cNvCxnSpPr>
          <p:nvPr/>
        </p:nvCxnSpPr>
        <p:spPr>
          <a:xfrm>
            <a:off x="5822843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角丸四角形 74">
            <a:extLst>
              <a:ext uri="{FF2B5EF4-FFF2-40B4-BE49-F238E27FC236}">
                <a16:creationId xmlns:a16="http://schemas.microsoft.com/office/drawing/2014/main" id="{E8D90266-F8A7-1EDF-571B-E950A735F17D}"/>
              </a:ext>
            </a:extLst>
          </p:cNvPr>
          <p:cNvSpPr/>
          <p:nvPr/>
        </p:nvSpPr>
        <p:spPr>
          <a:xfrm>
            <a:off x="7667576" y="3507854"/>
            <a:ext cx="1008112" cy="739702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ケース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スタディ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82" name="直線矢印コネクタ 31">
            <a:extLst>
              <a:ext uri="{FF2B5EF4-FFF2-40B4-BE49-F238E27FC236}">
                <a16:creationId xmlns:a16="http://schemas.microsoft.com/office/drawing/2014/main" id="{D9D185CE-94A5-0B38-1F34-7FBF5CC52428}"/>
              </a:ext>
            </a:extLst>
          </p:cNvPr>
          <p:cNvCxnSpPr>
            <a:cxnSpLocks/>
          </p:cNvCxnSpPr>
          <p:nvPr/>
        </p:nvCxnSpPr>
        <p:spPr>
          <a:xfrm flipH="1">
            <a:off x="548899" y="2608629"/>
            <a:ext cx="8123606" cy="1285309"/>
          </a:xfrm>
          <a:prstGeom prst="bentConnector5">
            <a:avLst>
              <a:gd name="adj1" fmla="val -2814"/>
              <a:gd name="adj2" fmla="val 50000"/>
              <a:gd name="adj3" fmla="val 102814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547D31AD-D8F3-AFA5-F46B-4E05D67E5C78}"/>
              </a:ext>
            </a:extLst>
          </p:cNvPr>
          <p:cNvCxnSpPr>
            <a:cxnSpLocks/>
          </p:cNvCxnSpPr>
          <p:nvPr/>
        </p:nvCxnSpPr>
        <p:spPr>
          <a:xfrm>
            <a:off x="7250372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EAE0755-741A-72B4-E64F-7F750F18A5A0}"/>
              </a:ext>
            </a:extLst>
          </p:cNvPr>
          <p:cNvSpPr txBox="1"/>
          <p:nvPr/>
        </p:nvSpPr>
        <p:spPr>
          <a:xfrm>
            <a:off x="3464312" y="-81775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rmAutofit fontScale="25000" lnSpcReduction="20000"/>
          </a:bodyPr>
          <a:lstStyle/>
          <a:p>
            <a:endParaRPr kumimoji="1" lang="ja-JP" altLang="en-US" sz="1600" baseline="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69C53E-1524-97DA-1A5D-F164BFC475D5}"/>
              </a:ext>
            </a:extLst>
          </p:cNvPr>
          <p:cNvSpPr txBox="1"/>
          <p:nvPr/>
        </p:nvSpPr>
        <p:spPr>
          <a:xfrm>
            <a:off x="4716016" y="195486"/>
            <a:ext cx="3744416" cy="293764"/>
          </a:xfrm>
          <a:prstGeom prst="rect">
            <a:avLst/>
          </a:prstGeom>
          <a:noFill/>
        </p:spPr>
        <p:txBody>
          <a:bodyPr wrap="none" lIns="0" tIns="0" rIns="0" bIns="0" rtlCol="0">
            <a:normAutofit/>
          </a:bodyPr>
          <a:lstStyle/>
          <a:p>
            <a:r>
              <a:rPr kumimoji="1" lang="en-US" altLang="ja-JP" sz="1600" baseline="0" dirty="0">
                <a:hlinkClick r:id="rId2"/>
              </a:rPr>
              <a:t>Google UX</a:t>
            </a:r>
            <a:r>
              <a:rPr kumimoji="1" lang="ja-JP" altLang="en-US" sz="1600" baseline="0">
                <a:hlinkClick r:id="rId2"/>
              </a:rPr>
              <a:t>デザインプロフェッショナル</a:t>
            </a:r>
            <a:endParaRPr kumimoji="1" lang="ja-JP" altLang="en-US" sz="1600" baseline="0" dirty="0"/>
          </a:p>
        </p:txBody>
      </p:sp>
    </p:spTree>
    <p:extLst>
      <p:ext uri="{BB962C8B-B14F-4D97-AF65-F5344CB8AC3E}">
        <p14:creationId xmlns:p14="http://schemas.microsoft.com/office/powerpoint/2010/main" val="2476254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>
            <a:extLst>
              <a:ext uri="{FF2B5EF4-FFF2-40B4-BE49-F238E27FC236}">
                <a16:creationId xmlns:a16="http://schemas.microsoft.com/office/drawing/2014/main" id="{75469518-4F31-D4DA-9BDA-1FFB134EBE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88289"/>
            <a:ext cx="3600400" cy="458518"/>
          </a:xfrm>
        </p:spPr>
        <p:txBody>
          <a:bodyPr/>
          <a:lstStyle/>
          <a:p>
            <a:r>
              <a:rPr lang="ja-JP" altLang="en-US"/>
              <a:t>サンプルゼミ生</a:t>
            </a:r>
            <a:r>
              <a:rPr lang="en-US" altLang="ja-JP" dirty="0"/>
              <a:t>B</a:t>
            </a:r>
            <a:endParaRPr lang="ja-JP" altLang="en-US"/>
          </a:p>
        </p:txBody>
      </p:sp>
      <p:sp>
        <p:nvSpPr>
          <p:cNvPr id="9" name="角丸四角形 8">
            <a:extLst>
              <a:ext uri="{FF2B5EF4-FFF2-40B4-BE49-F238E27FC236}">
                <a16:creationId xmlns:a16="http://schemas.microsoft.com/office/drawing/2014/main" id="{4476A664-4CFB-1D7A-B7C2-B2734DF03BEA}"/>
              </a:ext>
            </a:extLst>
          </p:cNvPr>
          <p:cNvSpPr/>
          <p:nvPr/>
        </p:nvSpPr>
        <p:spPr>
          <a:xfrm>
            <a:off x="552082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プロンプト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5E4D6C88-10A5-1FBB-924A-C5389E5125E6}"/>
              </a:ext>
            </a:extLst>
          </p:cNvPr>
          <p:cNvSpPr/>
          <p:nvPr/>
        </p:nvSpPr>
        <p:spPr>
          <a:xfrm>
            <a:off x="1975181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ペルソナ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11" name="角丸四角形 10">
            <a:extLst>
              <a:ext uri="{FF2B5EF4-FFF2-40B4-BE49-F238E27FC236}">
                <a16:creationId xmlns:a16="http://schemas.microsoft.com/office/drawing/2014/main" id="{2C180DCD-0F1D-7EBF-E0A9-6EE065A0E949}"/>
              </a:ext>
            </a:extLst>
          </p:cNvPr>
          <p:cNvSpPr/>
          <p:nvPr/>
        </p:nvSpPr>
        <p:spPr>
          <a:xfrm>
            <a:off x="3398280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ユーザーストーリー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752126A0-DF92-9BF9-2DB1-B070201155E6}"/>
              </a:ext>
            </a:extLst>
          </p:cNvPr>
          <p:cNvCxnSpPr>
            <a:cxnSpLocks/>
          </p:cNvCxnSpPr>
          <p:nvPr/>
        </p:nvCxnSpPr>
        <p:spPr>
          <a:xfrm>
            <a:off x="1560194" y="1355139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5A970996-5984-3D81-336C-F745E5DB63BC}"/>
              </a:ext>
            </a:extLst>
          </p:cNvPr>
          <p:cNvCxnSpPr>
            <a:cxnSpLocks/>
          </p:cNvCxnSpPr>
          <p:nvPr/>
        </p:nvCxnSpPr>
        <p:spPr>
          <a:xfrm>
            <a:off x="2983293" y="1355139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角丸四角形 18">
            <a:extLst>
              <a:ext uri="{FF2B5EF4-FFF2-40B4-BE49-F238E27FC236}">
                <a16:creationId xmlns:a16="http://schemas.microsoft.com/office/drawing/2014/main" id="{632CECE5-844E-B38A-6C90-A7AD18936915}"/>
              </a:ext>
            </a:extLst>
          </p:cNvPr>
          <p:cNvSpPr/>
          <p:nvPr/>
        </p:nvSpPr>
        <p:spPr>
          <a:xfrm>
            <a:off x="4821379" y="995099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ジャーニーマップ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8BFE5CAF-A4D6-FC01-3452-D8F0C8DBEB8A}"/>
              </a:ext>
            </a:extLst>
          </p:cNvPr>
          <p:cNvCxnSpPr>
            <a:cxnSpLocks/>
          </p:cNvCxnSpPr>
          <p:nvPr/>
        </p:nvCxnSpPr>
        <p:spPr>
          <a:xfrm>
            <a:off x="4406392" y="1353906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角丸四角形 22">
            <a:extLst>
              <a:ext uri="{FF2B5EF4-FFF2-40B4-BE49-F238E27FC236}">
                <a16:creationId xmlns:a16="http://schemas.microsoft.com/office/drawing/2014/main" id="{A9BD509D-2570-690D-A538-E1CBE8D1B4B6}"/>
              </a:ext>
            </a:extLst>
          </p:cNvPr>
          <p:cNvSpPr/>
          <p:nvPr/>
        </p:nvSpPr>
        <p:spPr>
          <a:xfrm>
            <a:off x="7667576" y="1000767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競合調査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6798A946-CF88-57A9-EBFB-A3B5F213A3D6}"/>
              </a:ext>
            </a:extLst>
          </p:cNvPr>
          <p:cNvCxnSpPr>
            <a:cxnSpLocks/>
          </p:cNvCxnSpPr>
          <p:nvPr/>
        </p:nvCxnSpPr>
        <p:spPr>
          <a:xfrm>
            <a:off x="5829491" y="1353906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角丸四角形 26">
            <a:extLst>
              <a:ext uri="{FF2B5EF4-FFF2-40B4-BE49-F238E27FC236}">
                <a16:creationId xmlns:a16="http://schemas.microsoft.com/office/drawing/2014/main" id="{542B585E-6420-542C-2E68-9A3625E880D5}"/>
              </a:ext>
            </a:extLst>
          </p:cNvPr>
          <p:cNvSpPr/>
          <p:nvPr/>
        </p:nvSpPr>
        <p:spPr>
          <a:xfrm>
            <a:off x="6244478" y="983067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問題文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仮説文</a:t>
            </a:r>
          </a:p>
        </p:txBody>
      </p: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DF109820-985B-9171-3D0E-FDC491851F17}"/>
              </a:ext>
            </a:extLst>
          </p:cNvPr>
          <p:cNvCxnSpPr>
            <a:cxnSpLocks/>
          </p:cNvCxnSpPr>
          <p:nvPr/>
        </p:nvCxnSpPr>
        <p:spPr>
          <a:xfrm>
            <a:off x="7252590" y="1355139"/>
            <a:ext cx="414986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矢印コネクタ 31">
            <a:extLst>
              <a:ext uri="{FF2B5EF4-FFF2-40B4-BE49-F238E27FC236}">
                <a16:creationId xmlns:a16="http://schemas.microsoft.com/office/drawing/2014/main" id="{0B9F1731-3AEF-5E8B-69D1-553CE0846921}"/>
              </a:ext>
            </a:extLst>
          </p:cNvPr>
          <p:cNvCxnSpPr>
            <a:cxnSpLocks/>
            <a:stCxn id="23" idx="3"/>
          </p:cNvCxnSpPr>
          <p:nvPr/>
        </p:nvCxnSpPr>
        <p:spPr>
          <a:xfrm flipH="1">
            <a:off x="552082" y="1360807"/>
            <a:ext cx="8123606" cy="1285309"/>
          </a:xfrm>
          <a:prstGeom prst="bentConnector5">
            <a:avLst>
              <a:gd name="adj1" fmla="val -2814"/>
              <a:gd name="adj2" fmla="val 50000"/>
              <a:gd name="adj3" fmla="val 102814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角丸四角形 37">
            <a:extLst>
              <a:ext uri="{FF2B5EF4-FFF2-40B4-BE49-F238E27FC236}">
                <a16:creationId xmlns:a16="http://schemas.microsoft.com/office/drawing/2014/main" id="{C842F458-4A53-3A45-3A81-03B0958CA77E}"/>
              </a:ext>
            </a:extLst>
          </p:cNvPr>
          <p:cNvSpPr/>
          <p:nvPr/>
        </p:nvSpPr>
        <p:spPr>
          <a:xfrm>
            <a:off x="552456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フロー</a:t>
            </a:r>
          </a:p>
        </p:txBody>
      </p:sp>
      <p:sp>
        <p:nvSpPr>
          <p:cNvPr id="39" name="角丸四角形 38">
            <a:extLst>
              <a:ext uri="{FF2B5EF4-FFF2-40B4-BE49-F238E27FC236}">
                <a16:creationId xmlns:a16="http://schemas.microsoft.com/office/drawing/2014/main" id="{E5B29139-827D-64A6-8EBD-38D38CDC7CB2}"/>
              </a:ext>
            </a:extLst>
          </p:cNvPr>
          <p:cNvSpPr/>
          <p:nvPr/>
        </p:nvSpPr>
        <p:spPr>
          <a:xfrm>
            <a:off x="1975555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ストーリーボード</a:t>
            </a:r>
          </a:p>
        </p:txBody>
      </p: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9FDC0774-2C0F-269C-2633-8CFD653567AB}"/>
              </a:ext>
            </a:extLst>
          </p:cNvPr>
          <p:cNvCxnSpPr>
            <a:cxnSpLocks/>
          </p:cNvCxnSpPr>
          <p:nvPr/>
        </p:nvCxnSpPr>
        <p:spPr>
          <a:xfrm>
            <a:off x="1560568" y="2615550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角丸四角形 42">
            <a:extLst>
              <a:ext uri="{FF2B5EF4-FFF2-40B4-BE49-F238E27FC236}">
                <a16:creationId xmlns:a16="http://schemas.microsoft.com/office/drawing/2014/main" id="{2D917EC7-F37C-EEE6-7E31-8F9DD715C86D}"/>
              </a:ext>
            </a:extLst>
          </p:cNvPr>
          <p:cNvSpPr/>
          <p:nvPr/>
        </p:nvSpPr>
        <p:spPr>
          <a:xfrm>
            <a:off x="3398654" y="2255510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ワイヤー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フレーム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(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紙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)</a:t>
            </a:r>
            <a:endParaRPr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44" name="直線矢印コネクタ 43">
            <a:extLst>
              <a:ext uri="{FF2B5EF4-FFF2-40B4-BE49-F238E27FC236}">
                <a16:creationId xmlns:a16="http://schemas.microsoft.com/office/drawing/2014/main" id="{FDB78534-EB5D-CE1D-B27D-92E883297FCE}"/>
              </a:ext>
            </a:extLst>
          </p:cNvPr>
          <p:cNvCxnSpPr>
            <a:cxnSpLocks/>
          </p:cNvCxnSpPr>
          <p:nvPr/>
        </p:nvCxnSpPr>
        <p:spPr>
          <a:xfrm>
            <a:off x="2983667" y="2614368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角丸四角形 46">
            <a:extLst>
              <a:ext uri="{FF2B5EF4-FFF2-40B4-BE49-F238E27FC236}">
                <a16:creationId xmlns:a16="http://schemas.microsoft.com/office/drawing/2014/main" id="{C5D80AE2-EF26-30DE-9E4F-714F46D1BE5A}"/>
              </a:ext>
            </a:extLst>
          </p:cNvPr>
          <p:cNvSpPr/>
          <p:nvPr/>
        </p:nvSpPr>
        <p:spPr>
          <a:xfrm>
            <a:off x="4821753" y="2255510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ワイヤー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フレーム</a:t>
            </a:r>
            <a:endParaRPr lang="en-US" altLang="ja-JP" sz="120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(</a:t>
            </a:r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デジタル</a:t>
            </a:r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)</a:t>
            </a:r>
            <a:endParaRPr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50" name="直線矢印コネクタ 49">
            <a:extLst>
              <a:ext uri="{FF2B5EF4-FFF2-40B4-BE49-F238E27FC236}">
                <a16:creationId xmlns:a16="http://schemas.microsoft.com/office/drawing/2014/main" id="{F845A170-8690-622F-DF13-CFA030F5BB02}"/>
              </a:ext>
            </a:extLst>
          </p:cNvPr>
          <p:cNvCxnSpPr>
            <a:cxnSpLocks/>
          </p:cNvCxnSpPr>
          <p:nvPr/>
        </p:nvCxnSpPr>
        <p:spPr>
          <a:xfrm>
            <a:off x="4406766" y="2615550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6D47E165-D186-0821-199D-B544F4BFC2F8}"/>
              </a:ext>
            </a:extLst>
          </p:cNvPr>
          <p:cNvCxnSpPr>
            <a:cxnSpLocks/>
          </p:cNvCxnSpPr>
          <p:nvPr/>
        </p:nvCxnSpPr>
        <p:spPr>
          <a:xfrm>
            <a:off x="5829865" y="2611535"/>
            <a:ext cx="414986" cy="7876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角丸四角形 55">
            <a:extLst>
              <a:ext uri="{FF2B5EF4-FFF2-40B4-BE49-F238E27FC236}">
                <a16:creationId xmlns:a16="http://schemas.microsoft.com/office/drawing/2014/main" id="{43D4E0AA-586C-167C-55C9-64DE4A023B4C}"/>
              </a:ext>
            </a:extLst>
          </p:cNvPr>
          <p:cNvSpPr/>
          <p:nvPr/>
        </p:nvSpPr>
        <p:spPr>
          <a:xfrm>
            <a:off x="6244851" y="2255510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Lo-Fi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プロトタイプ</a:t>
            </a:r>
          </a:p>
        </p:txBody>
      </p:sp>
      <p:cxnSp>
        <p:nvCxnSpPr>
          <p:cNvPr id="57" name="直線矢印コネクタ 31">
            <a:extLst>
              <a:ext uri="{FF2B5EF4-FFF2-40B4-BE49-F238E27FC236}">
                <a16:creationId xmlns:a16="http://schemas.microsoft.com/office/drawing/2014/main" id="{A54C5440-63B7-7C30-7E50-FE19055E203E}"/>
              </a:ext>
            </a:extLst>
          </p:cNvPr>
          <p:cNvCxnSpPr>
            <a:cxnSpLocks/>
          </p:cNvCxnSpPr>
          <p:nvPr/>
        </p:nvCxnSpPr>
        <p:spPr>
          <a:xfrm flipV="1">
            <a:off x="7252963" y="2614038"/>
            <a:ext cx="417414" cy="2209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角丸四角形 58">
            <a:extLst>
              <a:ext uri="{FF2B5EF4-FFF2-40B4-BE49-F238E27FC236}">
                <a16:creationId xmlns:a16="http://schemas.microsoft.com/office/drawing/2014/main" id="{1F239DD4-B8C8-51D9-C68D-A661ABD7D023}"/>
              </a:ext>
            </a:extLst>
          </p:cNvPr>
          <p:cNvSpPr/>
          <p:nvPr/>
        </p:nvSpPr>
        <p:spPr>
          <a:xfrm>
            <a:off x="7670377" y="2255510"/>
            <a:ext cx="1008112" cy="7200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ユーザビリティ調査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3" name="角丸四角形 62">
            <a:extLst>
              <a:ext uri="{FF2B5EF4-FFF2-40B4-BE49-F238E27FC236}">
                <a16:creationId xmlns:a16="http://schemas.microsoft.com/office/drawing/2014/main" id="{32F040EF-82C2-A907-44B8-61AF35ADFE63}"/>
              </a:ext>
            </a:extLst>
          </p:cNvPr>
          <p:cNvSpPr/>
          <p:nvPr/>
        </p:nvSpPr>
        <p:spPr>
          <a:xfrm>
            <a:off x="527714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調査レポート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4" name="角丸四角形 63">
            <a:extLst>
              <a:ext uri="{FF2B5EF4-FFF2-40B4-BE49-F238E27FC236}">
                <a16:creationId xmlns:a16="http://schemas.microsoft.com/office/drawing/2014/main" id="{1DCB8BB5-4657-30F9-B250-0C17D5CB456F}"/>
              </a:ext>
            </a:extLst>
          </p:cNvPr>
          <p:cNvSpPr/>
          <p:nvPr/>
        </p:nvSpPr>
        <p:spPr>
          <a:xfrm>
            <a:off x="1955243" y="3517665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Lo-Fi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プロト修正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DC6EDE35-01B8-B218-31AE-4E9059880E52}"/>
              </a:ext>
            </a:extLst>
          </p:cNvPr>
          <p:cNvSpPr txBox="1"/>
          <p:nvPr/>
        </p:nvSpPr>
        <p:spPr>
          <a:xfrm>
            <a:off x="3382772" y="387770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kumimoji="1" lang="ja-JP" altLang="en-US" sz="1200" baseline="0" dirty="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sp>
        <p:nvSpPr>
          <p:cNvPr id="66" name="角丸四角形 65">
            <a:extLst>
              <a:ext uri="{FF2B5EF4-FFF2-40B4-BE49-F238E27FC236}">
                <a16:creationId xmlns:a16="http://schemas.microsoft.com/office/drawing/2014/main" id="{E4228281-D200-1AE1-4069-C7A29B49B878}"/>
              </a:ext>
            </a:extLst>
          </p:cNvPr>
          <p:cNvSpPr/>
          <p:nvPr/>
        </p:nvSpPr>
        <p:spPr>
          <a:xfrm>
            <a:off x="3384987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モックアップ</a:t>
            </a:r>
          </a:p>
        </p:txBody>
      </p:sp>
      <p:sp>
        <p:nvSpPr>
          <p:cNvPr id="67" name="角丸四角形 66">
            <a:extLst>
              <a:ext uri="{FF2B5EF4-FFF2-40B4-BE49-F238E27FC236}">
                <a16:creationId xmlns:a16="http://schemas.microsoft.com/office/drawing/2014/main" id="{9D1A3738-0A28-055B-9466-DB36B3DE2D7F}"/>
              </a:ext>
            </a:extLst>
          </p:cNvPr>
          <p:cNvSpPr/>
          <p:nvPr/>
        </p:nvSpPr>
        <p:spPr>
          <a:xfrm>
            <a:off x="4812516" y="3517665"/>
            <a:ext cx="1008112" cy="720080"/>
          </a:xfrm>
          <a:prstGeom prst="roundRect">
            <a:avLst/>
          </a:prstGeom>
          <a:solidFill>
            <a:schemeClr val="bg1">
              <a:lumMod val="6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デザインシステム</a:t>
            </a:r>
          </a:p>
        </p:txBody>
      </p:sp>
      <p:sp>
        <p:nvSpPr>
          <p:cNvPr id="68" name="角丸四角形 67">
            <a:extLst>
              <a:ext uri="{FF2B5EF4-FFF2-40B4-BE49-F238E27FC236}">
                <a16:creationId xmlns:a16="http://schemas.microsoft.com/office/drawing/2014/main" id="{0604027E-5A53-1533-F3EC-D8A3BD85BB07}"/>
              </a:ext>
            </a:extLst>
          </p:cNvPr>
          <p:cNvSpPr/>
          <p:nvPr/>
        </p:nvSpPr>
        <p:spPr>
          <a:xfrm>
            <a:off x="6240045" y="3517665"/>
            <a:ext cx="1008112" cy="72008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en-US" altLang="ja-JP" sz="1200" dirty="0">
                <a:latin typeface="BIZ UDPGothic" panose="020B0400000000000000" pitchFamily="34" charset="-128"/>
                <a:ea typeface="BIZ UDPGothic" panose="020B0400000000000000" pitchFamily="34" charset="-128"/>
              </a:rPr>
              <a:t>Hi-Fi</a:t>
            </a:r>
          </a:p>
          <a:p>
            <a:pPr algn="ctr"/>
            <a:r>
              <a:rPr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プロトタイプ</a:t>
            </a:r>
            <a:endParaRPr kumimoji="1" lang="ja-JP" altLang="en-US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</p:txBody>
      </p: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944493F5-BD49-EDCA-168C-61D4A8014F3F}"/>
              </a:ext>
            </a:extLst>
          </p:cNvPr>
          <p:cNvCxnSpPr>
            <a:cxnSpLocks/>
          </p:cNvCxnSpPr>
          <p:nvPr/>
        </p:nvCxnSpPr>
        <p:spPr>
          <a:xfrm>
            <a:off x="1538041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60588365-4844-788D-92FE-116FA471EDAC}"/>
              </a:ext>
            </a:extLst>
          </p:cNvPr>
          <p:cNvCxnSpPr>
            <a:cxnSpLocks/>
          </p:cNvCxnSpPr>
          <p:nvPr/>
        </p:nvCxnSpPr>
        <p:spPr>
          <a:xfrm>
            <a:off x="2965570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5FCB5E0A-BC86-C627-20C8-11864CB10AB1}"/>
              </a:ext>
            </a:extLst>
          </p:cNvPr>
          <p:cNvCxnSpPr>
            <a:cxnSpLocks/>
          </p:cNvCxnSpPr>
          <p:nvPr/>
        </p:nvCxnSpPr>
        <p:spPr>
          <a:xfrm>
            <a:off x="4395314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矢印コネクタ 73">
            <a:extLst>
              <a:ext uri="{FF2B5EF4-FFF2-40B4-BE49-F238E27FC236}">
                <a16:creationId xmlns:a16="http://schemas.microsoft.com/office/drawing/2014/main" id="{A8745C59-C386-A81B-4A79-83E0BD78351F}"/>
              </a:ext>
            </a:extLst>
          </p:cNvPr>
          <p:cNvCxnSpPr>
            <a:cxnSpLocks/>
          </p:cNvCxnSpPr>
          <p:nvPr/>
        </p:nvCxnSpPr>
        <p:spPr>
          <a:xfrm>
            <a:off x="5822843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角丸四角形 74">
            <a:extLst>
              <a:ext uri="{FF2B5EF4-FFF2-40B4-BE49-F238E27FC236}">
                <a16:creationId xmlns:a16="http://schemas.microsoft.com/office/drawing/2014/main" id="{E8D90266-F8A7-1EDF-571B-E950A735F17D}"/>
              </a:ext>
            </a:extLst>
          </p:cNvPr>
          <p:cNvSpPr/>
          <p:nvPr/>
        </p:nvSpPr>
        <p:spPr>
          <a:xfrm>
            <a:off x="7667576" y="3507854"/>
            <a:ext cx="1008112" cy="739702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tIns="0" rIns="0" bIns="0" rtlCol="0" anchor="ctr" anchorCtr="0"/>
          <a:lstStyle/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ケース</a:t>
            </a:r>
            <a:endParaRPr kumimoji="1" lang="en-US" altLang="ja-JP" sz="1200">
              <a:latin typeface="BIZ UDPGothic" panose="020B0400000000000000" pitchFamily="34" charset="-128"/>
              <a:ea typeface="BIZ UDPGothic" panose="020B0400000000000000" pitchFamily="34" charset="-128"/>
            </a:endParaRPr>
          </a:p>
          <a:p>
            <a:pPr algn="ctr"/>
            <a:r>
              <a:rPr kumimoji="1" lang="ja-JP" altLang="en-US" sz="1200">
                <a:latin typeface="BIZ UDPGothic" panose="020B0400000000000000" pitchFamily="34" charset="-128"/>
                <a:ea typeface="BIZ UDPGothic" panose="020B0400000000000000" pitchFamily="34" charset="-128"/>
              </a:rPr>
              <a:t>スタディ</a:t>
            </a:r>
          </a:p>
        </p:txBody>
      </p:sp>
      <p:cxnSp>
        <p:nvCxnSpPr>
          <p:cNvPr id="82" name="直線矢印コネクタ 31">
            <a:extLst>
              <a:ext uri="{FF2B5EF4-FFF2-40B4-BE49-F238E27FC236}">
                <a16:creationId xmlns:a16="http://schemas.microsoft.com/office/drawing/2014/main" id="{D9D185CE-94A5-0B38-1F34-7FBF5CC52428}"/>
              </a:ext>
            </a:extLst>
          </p:cNvPr>
          <p:cNvCxnSpPr>
            <a:cxnSpLocks/>
          </p:cNvCxnSpPr>
          <p:nvPr/>
        </p:nvCxnSpPr>
        <p:spPr>
          <a:xfrm flipH="1">
            <a:off x="548899" y="2608629"/>
            <a:ext cx="8123606" cy="1285309"/>
          </a:xfrm>
          <a:prstGeom prst="bentConnector5">
            <a:avLst>
              <a:gd name="adj1" fmla="val -2814"/>
              <a:gd name="adj2" fmla="val 50000"/>
              <a:gd name="adj3" fmla="val 102814"/>
            </a:avLst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直線矢印コネクタ 82">
            <a:extLst>
              <a:ext uri="{FF2B5EF4-FFF2-40B4-BE49-F238E27FC236}">
                <a16:creationId xmlns:a16="http://schemas.microsoft.com/office/drawing/2014/main" id="{547D31AD-D8F3-AFA5-F46B-4E05D67E5C78}"/>
              </a:ext>
            </a:extLst>
          </p:cNvPr>
          <p:cNvCxnSpPr>
            <a:cxnSpLocks/>
          </p:cNvCxnSpPr>
          <p:nvPr/>
        </p:nvCxnSpPr>
        <p:spPr>
          <a:xfrm>
            <a:off x="7250372" y="3877705"/>
            <a:ext cx="414987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5EAE0755-741A-72B4-E64F-7F750F18A5A0}"/>
              </a:ext>
            </a:extLst>
          </p:cNvPr>
          <p:cNvSpPr txBox="1"/>
          <p:nvPr/>
        </p:nvSpPr>
        <p:spPr>
          <a:xfrm>
            <a:off x="3464312" y="-817756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rmAutofit fontScale="25000" lnSpcReduction="20000"/>
          </a:bodyPr>
          <a:lstStyle/>
          <a:p>
            <a:endParaRPr kumimoji="1" lang="ja-JP" altLang="en-US" sz="1600" baseline="0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569C53E-1524-97DA-1A5D-F164BFC475D5}"/>
              </a:ext>
            </a:extLst>
          </p:cNvPr>
          <p:cNvSpPr txBox="1"/>
          <p:nvPr/>
        </p:nvSpPr>
        <p:spPr>
          <a:xfrm>
            <a:off x="4716016" y="195486"/>
            <a:ext cx="3744416" cy="293764"/>
          </a:xfrm>
          <a:prstGeom prst="rect">
            <a:avLst/>
          </a:prstGeom>
          <a:noFill/>
        </p:spPr>
        <p:txBody>
          <a:bodyPr wrap="none" lIns="0" tIns="0" rIns="0" bIns="0" rtlCol="0">
            <a:normAutofit/>
          </a:bodyPr>
          <a:lstStyle/>
          <a:p>
            <a:r>
              <a:rPr kumimoji="1" lang="en-US" altLang="ja-JP" sz="1600" baseline="0" dirty="0">
                <a:hlinkClick r:id="rId2"/>
              </a:rPr>
              <a:t>Google UX</a:t>
            </a:r>
            <a:r>
              <a:rPr kumimoji="1" lang="ja-JP" altLang="en-US" sz="1600" baseline="0">
                <a:hlinkClick r:id="rId2"/>
              </a:rPr>
              <a:t>デザインプロフェッショナル</a:t>
            </a:r>
            <a:endParaRPr kumimoji="1" lang="ja-JP" altLang="en-US" sz="1600" baseline="0" dirty="0"/>
          </a:p>
        </p:txBody>
      </p:sp>
    </p:spTree>
    <p:extLst>
      <p:ext uri="{BB962C8B-B14F-4D97-AF65-F5344CB8AC3E}">
        <p14:creationId xmlns:p14="http://schemas.microsoft.com/office/powerpoint/2010/main" val="182439172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s_bk">
  <a:themeElements>
    <a:clrScheme name="goodpatch">
      <a:dk1>
        <a:srgbClr val="000000"/>
      </a:dk1>
      <a:lt1>
        <a:srgbClr val="FFFFFF"/>
      </a:lt1>
      <a:dk2>
        <a:srgbClr val="5A5A5A"/>
      </a:dk2>
      <a:lt2>
        <a:srgbClr val="E60000"/>
      </a:lt2>
      <a:accent1>
        <a:srgbClr val="0B6FCA"/>
      </a:accent1>
      <a:accent2>
        <a:srgbClr val="74C0F0"/>
      </a:accent2>
      <a:accent3>
        <a:srgbClr val="FC776C"/>
      </a:accent3>
      <a:accent4>
        <a:srgbClr val="4FB578"/>
      </a:accent4>
      <a:accent5>
        <a:srgbClr val="F0CF3F"/>
      </a:accent5>
      <a:accent6>
        <a:srgbClr val="0B6FCA"/>
      </a:accent6>
      <a:hlink>
        <a:srgbClr val="0000FF"/>
      </a:hlink>
      <a:folHlink>
        <a:srgbClr val="ACACAC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DADAD"/>
        </a:solidFill>
        <a:ln>
          <a:noFill/>
        </a:ln>
        <a:effectLst/>
      </a:spPr>
      <a:bodyPr lIns="0" tIns="0" rIns="0" bIns="0" rtlCol="0" anchor="t" anchorCtr="0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rgbClr val="E60000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rmAutofit/>
      </a:bodyPr>
      <a:lstStyle>
        <a:defPPr>
          <a:defRPr sz="1600" baseline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3" id="{BE490FA1-58DF-0047-B027-212542E027D4}" vid="{5F28EE0D-A0AE-1541-BE54-A9D67445FDCA}"/>
    </a:ext>
  </a:extLst>
</a:theme>
</file>

<file path=ppt/theme/theme2.xml><?xml version="1.0" encoding="utf-8"?>
<a:theme xmlns:a="http://schemas.openxmlformats.org/drawingml/2006/main" name="6_j_mufg_pitchbook_screen_16to9">
  <a:themeElements>
    <a:clrScheme name="goodpatch">
      <a:dk1>
        <a:srgbClr val="000000"/>
      </a:dk1>
      <a:lt1>
        <a:srgbClr val="FFFFFF"/>
      </a:lt1>
      <a:dk2>
        <a:srgbClr val="5A5A5A"/>
      </a:dk2>
      <a:lt2>
        <a:srgbClr val="E60000"/>
      </a:lt2>
      <a:accent1>
        <a:srgbClr val="0B6FCA"/>
      </a:accent1>
      <a:accent2>
        <a:srgbClr val="74C0F0"/>
      </a:accent2>
      <a:accent3>
        <a:srgbClr val="FC776C"/>
      </a:accent3>
      <a:accent4>
        <a:srgbClr val="4FB578"/>
      </a:accent4>
      <a:accent5>
        <a:srgbClr val="F0CF3F"/>
      </a:accent5>
      <a:accent6>
        <a:srgbClr val="0B6FCA"/>
      </a:accent6>
      <a:hlink>
        <a:srgbClr val="0000FF"/>
      </a:hlink>
      <a:folHlink>
        <a:srgbClr val="ACACAC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lIns="0" tIns="0" rIns="0" bIns="0" rtlCol="0" anchor="ctr" anchorCtr="0"/>
      <a:lstStyle>
        <a:defPPr algn="ctr">
          <a:defRPr sz="1600" smtClean="0">
            <a:latin typeface="BIZ UDPGothic" panose="020B0400000000000000" pitchFamily="34" charset="-128"/>
            <a:ea typeface="BIZ UDPGothic" panose="020B0400000000000000" pitchFamily="34" charset="-128"/>
          </a:defRPr>
        </a:defPPr>
      </a:lstStyle>
      <a:style>
        <a:lnRef idx="2">
          <a:schemeClr val="accent3"/>
        </a:lnRef>
        <a:fillRef idx="1">
          <a:schemeClr val="lt1"/>
        </a:fillRef>
        <a:effectRef idx="0">
          <a:schemeClr val="accent3"/>
        </a:effectRef>
        <a:fontRef idx="minor">
          <a:schemeClr val="dk1"/>
        </a:fontRef>
      </a:style>
    </a:spDef>
    <a:lnDef>
      <a:spPr>
        <a:ln w="952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rmAutofit/>
      </a:bodyPr>
      <a:lstStyle>
        <a:defPPr>
          <a:defRPr sz="1600" baseline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3" id="{BE490FA1-58DF-0047-B027-212542E027D4}" vid="{A30C3439-CB3D-9E4C-96FB-9FE8326CCA23}"/>
    </a:ext>
  </a:ext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5B1070527FEEC4DB32CF4AE2A29A795" ma:contentTypeVersion="14" ma:contentTypeDescription="新しいドキュメントを作成します。" ma:contentTypeScope="" ma:versionID="072ea1cab72ea5569c9678710a2b1d9d">
  <xsd:schema xmlns:xsd="http://www.w3.org/2001/XMLSchema" xmlns:xs="http://www.w3.org/2001/XMLSchema" xmlns:p="http://schemas.microsoft.com/office/2006/metadata/properties" xmlns:ns1="http://schemas.microsoft.com/sharepoint/v3" xmlns:ns2="289868ff-93c9-4469-894e-dc52d352f751" xmlns:ns3="e13f1fa7-b8a5-4743-b6ba-298cc69b95d2" targetNamespace="http://schemas.microsoft.com/office/2006/metadata/properties" ma:root="true" ma:fieldsID="5799fc1c111592fc9cf7a31b1e27395d" ns1:_="" ns2:_="" ns3:_="">
    <xsd:import namespace="http://schemas.microsoft.com/sharepoint/v3"/>
    <xsd:import namespace="289868ff-93c9-4469-894e-dc52d352f751"/>
    <xsd:import namespace="e13f1fa7-b8a5-4743-b6ba-298cc69b95d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統合コンプライアンス ポリシーのプロパティ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統合コンプライアンス ポリシーの UI アクション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868ff-93c9-4469-894e-dc52d352f75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共有相手の詳細情報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0" nillable="true" ma:displayName="最新の共有 (ユーザー別)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最新の共有 (時間別)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3f1fa7-b8a5-4743-b6ba-298cc69b9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5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6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6786EE-CB90-40EF-944A-F653616203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C31A1ED-546A-4596-A5F8-7489EE0680F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B6BFA2A0-BD2B-421A-B0FB-C8A414CBCE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89868ff-93c9-4469-894e-dc52d352f751"/>
    <ds:schemaRef ds:uri="e13f1fa7-b8a5-4743-b6ba-298cc69b95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Covers_bk</Template>
  <TotalTime>7629</TotalTime>
  <Words>173</Words>
  <Application>Microsoft Macintosh PowerPoint</Application>
  <PresentationFormat>画面に合わせる (16:9)</PresentationFormat>
  <Paragraphs>92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BIZ UDPGothic</vt:lpstr>
      <vt:lpstr>Arial</vt:lpstr>
      <vt:lpstr>Calibri</vt:lpstr>
      <vt:lpstr>Rockwell</vt:lpstr>
      <vt:lpstr>Covers_bk</vt:lpstr>
      <vt:lpstr>6_j_mufg_pitchbook_screen_16to9</vt:lpstr>
      <vt:lpstr>UIUX体験ゼミ</vt:lpstr>
      <vt:lpstr>自己紹介</vt:lpstr>
      <vt:lpstr>ゼミコンセプト</vt:lpstr>
      <vt:lpstr>スケジュール</vt:lpstr>
      <vt:lpstr>進め方フルアセット</vt:lpstr>
      <vt:lpstr>サンプルゼミ生A</vt:lpstr>
      <vt:lpstr>サンプルゼミ生B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UIUX体験ゼミ</dc:title>
  <dc:creator>Y akita</dc:creator>
  <cp:lastModifiedBy>Y akita</cp:lastModifiedBy>
  <cp:revision>1</cp:revision>
  <dcterms:created xsi:type="dcterms:W3CDTF">2023-08-15T08:51:50Z</dcterms:created>
  <dcterms:modified xsi:type="dcterms:W3CDTF">2023-11-22T13:38:08Z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0x01010035B1070527FEEC4DB32CF4AE2A29A795</vt:lpwstr>
  </property>
</Properties>
</file>